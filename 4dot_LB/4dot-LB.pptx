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/>
    <p:restoredTop sz="94602"/>
  </p:normalViewPr>
  <p:slideViewPr>
    <p:cSldViewPr snapToGrid="0">
      <p:cViewPr>
        <p:scale>
          <a:sx n="193" d="100"/>
          <a:sy n="193" d="100"/>
        </p:scale>
        <p:origin x="-1456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B8A8F-FFA2-A949-9152-6B6F6F0A5D42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5A416-164E-884A-A57A-21ECE021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1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5A416-164E-884A-A57A-21ECE021EF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7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1A7D-BD18-BBF6-B25C-C3DC7ECB8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E0A5C-BE71-2A4C-34F1-84ED6B02D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E8FC0-A0FE-7809-EB5E-6336C8DB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A683-83C0-E17E-DE5A-FCCFD52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C10A-4798-E672-48EE-B4D23C07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7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47A0-839F-A0A1-34A0-B246A44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4AB-FAB3-2819-BBA5-EF50F3E4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D582B-492A-6437-2E41-DD6E264F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097FE-2688-7F4B-A267-AAF46DD1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0A143-C091-DF2A-AA74-6F15F81A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4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CA3E-CD27-A89A-B13A-6835D202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02651-89BC-1479-7B06-235F42B7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CE14F-6919-4463-A935-F4D2DC61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B23BE-B15E-A715-A865-54EB04E5D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81FC5-8437-5E87-FE1F-70B99E4B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0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ABDB-FA6B-D791-17DC-EF8F81C3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B453C-8D51-3039-56AA-092343F2D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EFEE1-9BC6-2D89-5DD7-25669BF7C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5CE43-1EFC-9D49-0424-10161D93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5F6B8-F995-3D13-BFEB-B6734A02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8FD5C-DFED-1D09-C2DB-1282BDF7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01C4B-4B3C-726C-81F2-87DC4A56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672A-568D-377A-2C92-437B31A12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CFA9-BBD5-0310-66B0-BD3041EF9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268A9-E30F-B36C-236D-976008225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043BB-9A08-9BB9-5566-4BC6A7DAE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2947B-0DEE-57A7-978D-3B380D873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58DE0-1BAE-2191-90BA-A4FAD4B6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645E8-258A-458C-625E-BF8B4C3E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7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A7F1-B02C-AF5D-7C13-085DF669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7266D-8A02-D61E-FC73-E66008CD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AC130-6737-B1B1-02EF-70FD17FD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8E6D7-E9F7-25AA-28F3-DB97F5EEE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1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82D62-8D15-EAB2-F4F1-C96343BF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56347-10A5-B526-2A4B-51AF983B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86037-178B-E852-64BD-6530B1D6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7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A0D4-BF4A-3D41-0461-EFD1FD19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9E3EA-62B2-8C6B-870B-61B159E68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E82-6B9B-B4D1-E7A8-5EB33DAAB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6CBEA-C10C-ACA6-5DCC-EFF853A5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264D8-F55A-A3B6-01CF-E2B8D52C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26FA4-FCBA-9E81-FDAE-216FA363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6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2775-571E-3A4A-FB2E-682C2779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781C1-0947-9551-DE86-683E6B944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837C9-6FBA-ED9B-15C3-DEE614414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74897-F494-2977-A952-98080848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8FB6F-7E42-FCB0-6AFF-DD3937F8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A6C73-4CDE-CAE0-9CAB-B8D588E2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5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5B85-729A-869E-CAA8-05F5D559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E446A-B08A-6413-DE85-797F7FAF3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07086-C1AD-043B-5238-738D5E77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0E2E2-75F1-DB4E-EAE2-564ABBAC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3FECE-54FF-B9F4-29D0-936CB008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2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72675-4923-362A-78E6-13DBFDA9A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B5D15-1197-06CB-EE0B-1CEA234EA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07029-4C22-136F-C550-5287C811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FF879-701B-7C3F-C834-1CD09F21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434C-CAFE-CC33-543F-195F5808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2C548-9316-49C7-D6B1-BB4A0049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FD3F4-5200-5A6B-45A5-0971B528C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738A8-95FD-7AD7-8B79-20F670443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D1034-4137-6F42-9E72-BE59D98D8695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41C8-D1F6-75C4-2B00-DC10E2B25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55DC0-2EC7-49C6-81A4-56BD76DA5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DC237-C8D8-0D4A-84A4-21C45CCA1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79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216085-7012-D76B-E22C-6AF3C5D898B7}"/>
              </a:ext>
            </a:extLst>
          </p:cNvPr>
          <p:cNvSpPr/>
          <p:nvPr/>
        </p:nvSpPr>
        <p:spPr>
          <a:xfrm>
            <a:off x="6776356" y="2474256"/>
            <a:ext cx="1914641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90021-48E5-401F-E78D-7EBB1AD5ADD6}"/>
              </a:ext>
            </a:extLst>
          </p:cNvPr>
          <p:cNvSpPr/>
          <p:nvPr/>
        </p:nvSpPr>
        <p:spPr>
          <a:xfrm>
            <a:off x="2013415" y="2474259"/>
            <a:ext cx="1914641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03EA54-BA08-F117-E47A-E354502EAF2D}"/>
              </a:ext>
            </a:extLst>
          </p:cNvPr>
          <p:cNvSpPr/>
          <p:nvPr/>
        </p:nvSpPr>
        <p:spPr>
          <a:xfrm>
            <a:off x="4198109" y="2474259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AF0CA-7966-439B-7196-B052E0E1113A}"/>
              </a:ext>
            </a:extLst>
          </p:cNvPr>
          <p:cNvSpPr/>
          <p:nvPr/>
        </p:nvSpPr>
        <p:spPr>
          <a:xfrm>
            <a:off x="3786430" y="2697019"/>
            <a:ext cx="553305" cy="5092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36E8F6-962F-5AB9-B05A-46646506BC6F}"/>
              </a:ext>
            </a:extLst>
          </p:cNvPr>
          <p:cNvSpPr/>
          <p:nvPr/>
        </p:nvSpPr>
        <p:spPr>
          <a:xfrm>
            <a:off x="361434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EA0295-2C18-F2A9-1BD9-A60B1EDAD491}"/>
              </a:ext>
            </a:extLst>
          </p:cNvPr>
          <p:cNvSpPr/>
          <p:nvPr/>
        </p:nvSpPr>
        <p:spPr>
          <a:xfrm>
            <a:off x="446609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41B96D-9FE6-7BC0-ED7B-46A07FB96301}"/>
              </a:ext>
            </a:extLst>
          </p:cNvPr>
          <p:cNvSpPr/>
          <p:nvPr/>
        </p:nvSpPr>
        <p:spPr>
          <a:xfrm>
            <a:off x="5059376" y="2474256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15F860-7CDF-43BE-D918-FF6998B7A0DF}"/>
              </a:ext>
            </a:extLst>
          </p:cNvPr>
          <p:cNvSpPr/>
          <p:nvPr/>
        </p:nvSpPr>
        <p:spPr>
          <a:xfrm>
            <a:off x="4703329" y="2697019"/>
            <a:ext cx="553305" cy="5092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68EA45-0355-C972-F302-C011272B4D54}"/>
              </a:ext>
            </a:extLst>
          </p:cNvPr>
          <p:cNvSpPr/>
          <p:nvPr/>
        </p:nvSpPr>
        <p:spPr>
          <a:xfrm>
            <a:off x="5917866" y="2474256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3BB2F0-015D-065D-3DDB-83CAEF611068}"/>
              </a:ext>
            </a:extLst>
          </p:cNvPr>
          <p:cNvSpPr/>
          <p:nvPr/>
        </p:nvSpPr>
        <p:spPr>
          <a:xfrm>
            <a:off x="5521846" y="2697019"/>
            <a:ext cx="553305" cy="5092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6AE2C-D38D-475A-D30D-C17672F739CD}"/>
              </a:ext>
            </a:extLst>
          </p:cNvPr>
          <p:cNvSpPr/>
          <p:nvPr/>
        </p:nvSpPr>
        <p:spPr>
          <a:xfrm>
            <a:off x="6345203" y="2697018"/>
            <a:ext cx="553305" cy="5092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232F78-371F-661F-E354-737B2B47979E}"/>
              </a:ext>
            </a:extLst>
          </p:cNvPr>
          <p:cNvSpPr/>
          <p:nvPr/>
        </p:nvSpPr>
        <p:spPr>
          <a:xfrm>
            <a:off x="537164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CB0C75D-85EA-4BF2-419E-9BA555CF6E93}"/>
              </a:ext>
            </a:extLst>
          </p:cNvPr>
          <p:cNvSpPr/>
          <p:nvPr/>
        </p:nvSpPr>
        <p:spPr>
          <a:xfrm>
            <a:off x="6187317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D0E61C2-0DCA-B8DE-2DD0-94DF3159E5C7}"/>
              </a:ext>
            </a:extLst>
          </p:cNvPr>
          <p:cNvSpPr/>
          <p:nvPr/>
        </p:nvSpPr>
        <p:spPr>
          <a:xfrm>
            <a:off x="3610042" y="3124991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111C450-3ACC-E33B-B2AB-8999B496A267}"/>
              </a:ext>
            </a:extLst>
          </p:cNvPr>
          <p:cNvSpPr/>
          <p:nvPr/>
        </p:nvSpPr>
        <p:spPr>
          <a:xfrm>
            <a:off x="4466098" y="3124991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C23F033-522D-3A0E-4505-E631431A1E20}"/>
              </a:ext>
            </a:extLst>
          </p:cNvPr>
          <p:cNvSpPr/>
          <p:nvPr/>
        </p:nvSpPr>
        <p:spPr>
          <a:xfrm>
            <a:off x="5371648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09DAA03-C135-0200-BEBB-6BA0DE94FB09}"/>
              </a:ext>
            </a:extLst>
          </p:cNvPr>
          <p:cNvSpPr/>
          <p:nvPr/>
        </p:nvSpPr>
        <p:spPr>
          <a:xfrm>
            <a:off x="6177353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455FBC-CF48-9F97-2049-18215E6764CC}"/>
              </a:ext>
            </a:extLst>
          </p:cNvPr>
          <p:cNvSpPr/>
          <p:nvPr/>
        </p:nvSpPr>
        <p:spPr>
          <a:xfrm>
            <a:off x="2554554" y="2303362"/>
            <a:ext cx="678592" cy="12963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D9E1D6-07D7-2289-AF4C-FE7D990CC772}"/>
              </a:ext>
            </a:extLst>
          </p:cNvPr>
          <p:cNvSpPr/>
          <p:nvPr/>
        </p:nvSpPr>
        <p:spPr>
          <a:xfrm>
            <a:off x="7487491" y="2303361"/>
            <a:ext cx="678592" cy="12963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BA4FCB-3015-5A94-8384-C474A04A4D1D}"/>
              </a:ext>
            </a:extLst>
          </p:cNvPr>
          <p:cNvSpPr/>
          <p:nvPr/>
        </p:nvSpPr>
        <p:spPr>
          <a:xfrm>
            <a:off x="2013415" y="2303363"/>
            <a:ext cx="233394" cy="12963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A832A4-3C75-5F96-5F0F-0F392AA636A8}"/>
              </a:ext>
            </a:extLst>
          </p:cNvPr>
          <p:cNvSpPr/>
          <p:nvPr/>
        </p:nvSpPr>
        <p:spPr>
          <a:xfrm>
            <a:off x="8457602" y="2303363"/>
            <a:ext cx="233394" cy="12963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6065B3-D371-B305-A249-558C8E7D4402}"/>
              </a:ext>
            </a:extLst>
          </p:cNvPr>
          <p:cNvSpPr/>
          <p:nvPr/>
        </p:nvSpPr>
        <p:spPr>
          <a:xfrm rot="5400000">
            <a:off x="2752313" y="326384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66AB71-7934-F2DC-EE71-2E74B6590C5F}"/>
              </a:ext>
            </a:extLst>
          </p:cNvPr>
          <p:cNvSpPr/>
          <p:nvPr/>
        </p:nvSpPr>
        <p:spPr>
          <a:xfrm rot="5400000">
            <a:off x="2750440" y="1715464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0280B0-C042-9D4E-AC00-FB24898E976F}"/>
              </a:ext>
            </a:extLst>
          </p:cNvPr>
          <p:cNvSpPr/>
          <p:nvPr/>
        </p:nvSpPr>
        <p:spPr>
          <a:xfrm rot="5400000">
            <a:off x="7702011" y="171546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0F7157-6662-E15B-E704-279D7DD8B479}"/>
              </a:ext>
            </a:extLst>
          </p:cNvPr>
          <p:cNvSpPr/>
          <p:nvPr/>
        </p:nvSpPr>
        <p:spPr>
          <a:xfrm rot="5400000">
            <a:off x="7702011" y="326420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BAF22F0-C172-F261-9E0B-ACFBD7CAA303}"/>
              </a:ext>
            </a:extLst>
          </p:cNvPr>
          <p:cNvSpPr/>
          <p:nvPr/>
        </p:nvSpPr>
        <p:spPr>
          <a:xfrm>
            <a:off x="7021925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3938083-7127-9844-FCDC-D6808EDB34A9}"/>
              </a:ext>
            </a:extLst>
          </p:cNvPr>
          <p:cNvSpPr/>
          <p:nvPr/>
        </p:nvSpPr>
        <p:spPr>
          <a:xfrm>
            <a:off x="7022946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675B04-75C9-A129-C4E2-DE595CEB2FD5}"/>
              </a:ext>
            </a:extLst>
          </p:cNvPr>
          <p:cNvSpPr txBox="1"/>
          <p:nvPr/>
        </p:nvSpPr>
        <p:spPr>
          <a:xfrm>
            <a:off x="1974161" y="2778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386338-1DAB-3DE5-0A7E-F36D0C87E199}"/>
              </a:ext>
            </a:extLst>
          </p:cNvPr>
          <p:cNvSpPr txBox="1"/>
          <p:nvPr/>
        </p:nvSpPr>
        <p:spPr>
          <a:xfrm>
            <a:off x="2733527" y="19914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AE2CD5-B5AA-7C23-649A-1C104278C2AA}"/>
              </a:ext>
            </a:extLst>
          </p:cNvPr>
          <p:cNvSpPr txBox="1"/>
          <p:nvPr/>
        </p:nvSpPr>
        <p:spPr>
          <a:xfrm>
            <a:off x="7680185" y="19914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F40272-041E-093F-8BF1-5CD68FDC7BF4}"/>
              </a:ext>
            </a:extLst>
          </p:cNvPr>
          <p:cNvSpPr txBox="1"/>
          <p:nvPr/>
        </p:nvSpPr>
        <p:spPr>
          <a:xfrm>
            <a:off x="8420250" y="2778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DD25E9-20CC-7608-F1FA-6D97AD55F6EB}"/>
              </a:ext>
            </a:extLst>
          </p:cNvPr>
          <p:cNvSpPr txBox="1"/>
          <p:nvPr/>
        </p:nvSpPr>
        <p:spPr>
          <a:xfrm>
            <a:off x="7680185" y="35424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DFF127-4E0A-196C-6B35-D9A485A8E826}"/>
              </a:ext>
            </a:extLst>
          </p:cNvPr>
          <p:cNvSpPr txBox="1"/>
          <p:nvPr/>
        </p:nvSpPr>
        <p:spPr>
          <a:xfrm>
            <a:off x="2721166" y="35424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576248-4D73-AF30-8DDE-B24E0AEC738C}"/>
              </a:ext>
            </a:extLst>
          </p:cNvPr>
          <p:cNvSpPr txBox="1"/>
          <p:nvPr/>
        </p:nvSpPr>
        <p:spPr>
          <a:xfrm>
            <a:off x="3909928" y="27668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3D8B11-C857-2FDC-8492-303D57011ABE}"/>
              </a:ext>
            </a:extLst>
          </p:cNvPr>
          <p:cNvSpPr txBox="1"/>
          <p:nvPr/>
        </p:nvSpPr>
        <p:spPr>
          <a:xfrm>
            <a:off x="4825014" y="2755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03E527-A04F-6BFB-4A80-B67DC61F6DBB}"/>
              </a:ext>
            </a:extLst>
          </p:cNvPr>
          <p:cNvSpPr txBox="1"/>
          <p:nvPr/>
        </p:nvSpPr>
        <p:spPr>
          <a:xfrm>
            <a:off x="5591261" y="2763618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498429-D1EC-C14D-A76D-E57C9A65BA63}"/>
              </a:ext>
            </a:extLst>
          </p:cNvPr>
          <p:cNvSpPr txBox="1"/>
          <p:nvPr/>
        </p:nvSpPr>
        <p:spPr>
          <a:xfrm>
            <a:off x="6403609" y="27556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8190574-D65D-BF6E-7C05-763338C38F61}"/>
                  </a:ext>
                </a:extLst>
              </p:cNvPr>
              <p:cNvSpPr txBox="1"/>
              <p:nvPr/>
            </p:nvSpPr>
            <p:spPr>
              <a:xfrm>
                <a:off x="2733527" y="1713224"/>
                <a:ext cx="392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𝑠𝑟𝑐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8190574-D65D-BF6E-7C05-763338C38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527" y="1713224"/>
                <a:ext cx="392480" cy="276999"/>
              </a:xfrm>
              <a:prstGeom prst="rect">
                <a:avLst/>
              </a:prstGeom>
              <a:blipFill>
                <a:blip r:embed="rId3"/>
                <a:stretch>
                  <a:fillRect l="-1562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4591E0B-5ABF-8610-6830-D9E44FEEC376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 flipV="1">
            <a:off x="1748203" y="2962934"/>
            <a:ext cx="225958" cy="2433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0D25462-9633-A5B8-0B25-374F60C6FDB1}"/>
              </a:ext>
            </a:extLst>
          </p:cNvPr>
          <p:cNvCxnSpPr/>
          <p:nvPr/>
        </p:nvCxnSpPr>
        <p:spPr>
          <a:xfrm>
            <a:off x="1648902" y="3573921"/>
            <a:ext cx="19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78B4F13-1B50-CA2B-EDD1-2E353EA4C4CE}"/>
              </a:ext>
            </a:extLst>
          </p:cNvPr>
          <p:cNvCxnSpPr>
            <a:cxnSpLocks/>
          </p:cNvCxnSpPr>
          <p:nvPr/>
        </p:nvCxnSpPr>
        <p:spPr>
          <a:xfrm>
            <a:off x="1697863" y="3634257"/>
            <a:ext cx="8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77DD35F-3E6D-4138-EB0F-934A8ABA076A}"/>
              </a:ext>
            </a:extLst>
          </p:cNvPr>
          <p:cNvCxnSpPr/>
          <p:nvPr/>
        </p:nvCxnSpPr>
        <p:spPr>
          <a:xfrm flipV="1">
            <a:off x="1748203" y="3458642"/>
            <a:ext cx="0" cy="115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C730E9B-8395-0261-7E3B-F252FBF63712}"/>
                  </a:ext>
                </a:extLst>
              </p:cNvPr>
              <p:cNvSpPr txBox="1"/>
              <p:nvPr/>
            </p:nvSpPr>
            <p:spPr>
              <a:xfrm>
                <a:off x="1418235" y="3174610"/>
                <a:ext cx="7064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C730E9B-8395-0261-7E3B-F252FBF63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35" y="3174610"/>
                <a:ext cx="706403" cy="276999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E758B75C-58BE-86A3-32BB-DBEB222C77EF}"/>
              </a:ext>
            </a:extLst>
          </p:cNvPr>
          <p:cNvCxnSpPr>
            <a:cxnSpLocks/>
          </p:cNvCxnSpPr>
          <p:nvPr/>
        </p:nvCxnSpPr>
        <p:spPr>
          <a:xfrm>
            <a:off x="8728348" y="2913305"/>
            <a:ext cx="232325" cy="211677"/>
          </a:xfrm>
          <a:prstGeom prst="bentConnector3">
            <a:avLst>
              <a:gd name="adj1" fmla="val 10367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645C58-2C16-59AF-88BF-D73273FBB4EF}"/>
                  </a:ext>
                </a:extLst>
              </p:cNvPr>
              <p:cNvSpPr txBox="1"/>
              <p:nvPr/>
            </p:nvSpPr>
            <p:spPr>
              <a:xfrm>
                <a:off x="8643556" y="3123739"/>
                <a:ext cx="7064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9645C58-2C16-59AF-88BF-D73273FBB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556" y="3123739"/>
                <a:ext cx="706403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47C4319-904E-534A-271E-883851F7B879}"/>
              </a:ext>
            </a:extLst>
          </p:cNvPr>
          <p:cNvCxnSpPr/>
          <p:nvPr/>
        </p:nvCxnSpPr>
        <p:spPr>
          <a:xfrm>
            <a:off x="8861372" y="3544768"/>
            <a:ext cx="19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B93E022-6330-63DA-78F2-B18EF53F6139}"/>
              </a:ext>
            </a:extLst>
          </p:cNvPr>
          <p:cNvCxnSpPr>
            <a:cxnSpLocks/>
          </p:cNvCxnSpPr>
          <p:nvPr/>
        </p:nvCxnSpPr>
        <p:spPr>
          <a:xfrm>
            <a:off x="8910333" y="3605104"/>
            <a:ext cx="8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9D72B1F-5C47-6E08-6D5E-7EDEBA07C29E}"/>
              </a:ext>
            </a:extLst>
          </p:cNvPr>
          <p:cNvCxnSpPr/>
          <p:nvPr/>
        </p:nvCxnSpPr>
        <p:spPr>
          <a:xfrm flipV="1">
            <a:off x="8960673" y="3429489"/>
            <a:ext cx="0" cy="115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FA51E2F-3805-96B1-7B98-C945B98D24AF}"/>
                  </a:ext>
                </a:extLst>
              </p:cNvPr>
              <p:cNvSpPr txBox="1"/>
              <p:nvPr/>
            </p:nvSpPr>
            <p:spPr>
              <a:xfrm>
                <a:off x="3767928" y="3002096"/>
                <a:ext cx="2596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FA51E2F-3805-96B1-7B98-C945B98D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28" y="3002096"/>
                <a:ext cx="259686" cy="215444"/>
              </a:xfrm>
              <a:prstGeom prst="rect">
                <a:avLst/>
              </a:prstGeom>
              <a:blipFill>
                <a:blip r:embed="rId6"/>
                <a:stretch>
                  <a:fillRect l="-13636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8879C52-67F9-C1B5-1988-E013F555C57D}"/>
                  </a:ext>
                </a:extLst>
              </p:cNvPr>
              <p:cNvSpPr txBox="1"/>
              <p:nvPr/>
            </p:nvSpPr>
            <p:spPr>
              <a:xfrm>
                <a:off x="4106652" y="3003486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8879C52-67F9-C1B5-1988-E013F555C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652" y="3003486"/>
                <a:ext cx="274114" cy="215444"/>
              </a:xfrm>
              <a:prstGeom prst="rect">
                <a:avLst/>
              </a:prstGeom>
              <a:blipFill>
                <a:blip r:embed="rId7"/>
                <a:stretch>
                  <a:fillRect l="-13043" r="-434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96562A7-8DE2-DF7E-EB1D-8193E7ED0F7E}"/>
                  </a:ext>
                </a:extLst>
              </p:cNvPr>
              <p:cNvSpPr txBox="1"/>
              <p:nvPr/>
            </p:nvSpPr>
            <p:spPr>
              <a:xfrm>
                <a:off x="4690473" y="3006993"/>
                <a:ext cx="2596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96562A7-8DE2-DF7E-EB1D-8193E7ED0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473" y="3006993"/>
                <a:ext cx="259686" cy="215444"/>
              </a:xfrm>
              <a:prstGeom prst="rect">
                <a:avLst/>
              </a:prstGeom>
              <a:blipFill>
                <a:blip r:embed="rId8"/>
                <a:stretch>
                  <a:fillRect l="-14286" r="-476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39DFBD-1DC9-C0BD-9658-ED670CB4107E}"/>
                  </a:ext>
                </a:extLst>
              </p:cNvPr>
              <p:cNvSpPr txBox="1"/>
              <p:nvPr/>
            </p:nvSpPr>
            <p:spPr>
              <a:xfrm>
                <a:off x="5025749" y="3001236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39DFBD-1DC9-C0BD-9658-ED670CB41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749" y="3001236"/>
                <a:ext cx="274114" cy="215444"/>
              </a:xfrm>
              <a:prstGeom prst="rect">
                <a:avLst/>
              </a:prstGeom>
              <a:blipFill>
                <a:blip r:embed="rId9"/>
                <a:stretch>
                  <a:fillRect l="-8696" r="-434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CE98430-6235-C0BA-5B49-1CCC37166259}"/>
                  </a:ext>
                </a:extLst>
              </p:cNvPr>
              <p:cNvSpPr txBox="1"/>
              <p:nvPr/>
            </p:nvSpPr>
            <p:spPr>
              <a:xfrm>
                <a:off x="5510998" y="3003672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CE98430-6235-C0BA-5B49-1CCC37166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98" y="3003672"/>
                <a:ext cx="256480" cy="215444"/>
              </a:xfrm>
              <a:prstGeom prst="rect">
                <a:avLst/>
              </a:prstGeom>
              <a:blipFill>
                <a:blip r:embed="rId10"/>
                <a:stretch>
                  <a:fillRect l="-9091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6586ED4-109E-D161-ABE3-29AC9693D980}"/>
                  </a:ext>
                </a:extLst>
              </p:cNvPr>
              <p:cNvSpPr txBox="1"/>
              <p:nvPr/>
            </p:nvSpPr>
            <p:spPr>
              <a:xfrm>
                <a:off x="5834016" y="3002109"/>
                <a:ext cx="2709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6586ED4-109E-D161-ABE3-29AC9693D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016" y="3002109"/>
                <a:ext cx="270908" cy="215444"/>
              </a:xfrm>
              <a:prstGeom prst="rect">
                <a:avLst/>
              </a:prstGeom>
              <a:blipFill>
                <a:blip r:embed="rId11"/>
                <a:stretch>
                  <a:fillRect l="-13636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B678D82-7F12-CF42-4D5E-456AFAA5DC55}"/>
                  </a:ext>
                </a:extLst>
              </p:cNvPr>
              <p:cNvSpPr txBox="1"/>
              <p:nvPr/>
            </p:nvSpPr>
            <p:spPr>
              <a:xfrm>
                <a:off x="6292841" y="3001236"/>
                <a:ext cx="3350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B678D82-7F12-CF42-4D5E-456AFAA5D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841" y="3001236"/>
                <a:ext cx="335028" cy="215444"/>
              </a:xfrm>
              <a:prstGeom prst="rect">
                <a:avLst/>
              </a:prstGeom>
              <a:blipFill>
                <a:blip r:embed="rId12"/>
                <a:stretch>
                  <a:fillRect l="-11111" r="-740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ADEF23B-E041-16E8-31CD-263319B90C4B}"/>
                  </a:ext>
                </a:extLst>
              </p:cNvPr>
              <p:cNvSpPr txBox="1"/>
              <p:nvPr/>
            </p:nvSpPr>
            <p:spPr>
              <a:xfrm>
                <a:off x="6654351" y="3001236"/>
                <a:ext cx="34945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ADEF23B-E041-16E8-31CD-263319B90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351" y="3001236"/>
                <a:ext cx="349455" cy="215444"/>
              </a:xfrm>
              <a:prstGeom prst="rect">
                <a:avLst/>
              </a:prstGeom>
              <a:blipFill>
                <a:blip r:embed="rId13"/>
                <a:stretch>
                  <a:fillRect l="-10714" r="-357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799FBE7B-8710-B784-0853-F303C5367C5E}"/>
              </a:ext>
            </a:extLst>
          </p:cNvPr>
          <p:cNvSpPr txBox="1"/>
          <p:nvPr/>
        </p:nvSpPr>
        <p:spPr>
          <a:xfrm>
            <a:off x="3479952" y="275440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09FDC6-F59E-8820-9680-889AD81B0F20}"/>
              </a:ext>
            </a:extLst>
          </p:cNvPr>
          <p:cNvSpPr txBox="1"/>
          <p:nvPr/>
        </p:nvSpPr>
        <p:spPr>
          <a:xfrm>
            <a:off x="6881462" y="272863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15B0EB2-E494-D4CC-8F55-A1F5B594AAA6}"/>
                  </a:ext>
                </a:extLst>
              </p:cNvPr>
              <p:cNvSpPr txBox="1"/>
              <p:nvPr/>
            </p:nvSpPr>
            <p:spPr>
              <a:xfrm>
                <a:off x="4379093" y="2821363"/>
                <a:ext cx="301236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7,8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15B0EB2-E494-D4CC-8F55-A1F5B594A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093" y="2821363"/>
                <a:ext cx="301236" cy="224870"/>
              </a:xfrm>
              <a:prstGeom prst="rect">
                <a:avLst/>
              </a:prstGeom>
              <a:blipFill>
                <a:blip r:embed="rId14"/>
                <a:stretch>
                  <a:fillRect l="-8000" r="-4000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73CFB68-034B-8DEB-D9FD-AC0F12C565FD}"/>
                  </a:ext>
                </a:extLst>
              </p:cNvPr>
              <p:cNvSpPr txBox="1"/>
              <p:nvPr/>
            </p:nvSpPr>
            <p:spPr>
              <a:xfrm>
                <a:off x="5247187" y="2821363"/>
                <a:ext cx="298030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8,9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73CFB68-034B-8DEB-D9FD-AC0F12C56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87" y="2821363"/>
                <a:ext cx="298030" cy="224870"/>
              </a:xfrm>
              <a:prstGeom prst="rect">
                <a:avLst/>
              </a:prstGeom>
              <a:blipFill>
                <a:blip r:embed="rId15"/>
                <a:stretch>
                  <a:fillRect l="-12500" r="-4167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EB407AE-7B72-2CFA-C216-0D8656E0D8C3}"/>
                  </a:ext>
                </a:extLst>
              </p:cNvPr>
              <p:cNvSpPr txBox="1"/>
              <p:nvPr/>
            </p:nvSpPr>
            <p:spPr>
              <a:xfrm>
                <a:off x="6049878" y="2813495"/>
                <a:ext cx="373372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9,10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EB407AE-7B72-2CFA-C216-0D8656E0D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878" y="2813495"/>
                <a:ext cx="373372" cy="224870"/>
              </a:xfrm>
              <a:prstGeom prst="rect">
                <a:avLst/>
              </a:prstGeom>
              <a:blipFill>
                <a:blip r:embed="rId16"/>
                <a:stretch>
                  <a:fillRect l="-6667" r="-333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02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811A71-722C-5A0F-E3E2-9E2E0958517D}"/>
              </a:ext>
            </a:extLst>
          </p:cNvPr>
          <p:cNvSpPr/>
          <p:nvPr/>
        </p:nvSpPr>
        <p:spPr>
          <a:xfrm>
            <a:off x="6776356" y="2474256"/>
            <a:ext cx="1914641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2EFB0-8C85-8D16-A47F-50CECA02B8CB}"/>
              </a:ext>
            </a:extLst>
          </p:cNvPr>
          <p:cNvSpPr/>
          <p:nvPr/>
        </p:nvSpPr>
        <p:spPr>
          <a:xfrm>
            <a:off x="2013415" y="2474259"/>
            <a:ext cx="1914641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919C0F-D35F-7827-CBAD-0E638658E354}"/>
              </a:ext>
            </a:extLst>
          </p:cNvPr>
          <p:cNvSpPr/>
          <p:nvPr/>
        </p:nvSpPr>
        <p:spPr>
          <a:xfrm>
            <a:off x="4198109" y="2474259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C0B2C-8311-69B2-2077-0E596904070C}"/>
              </a:ext>
            </a:extLst>
          </p:cNvPr>
          <p:cNvSpPr/>
          <p:nvPr/>
        </p:nvSpPr>
        <p:spPr>
          <a:xfrm>
            <a:off x="3786430" y="2697019"/>
            <a:ext cx="553305" cy="5092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CC17E9-835F-6151-595B-5BD103215E05}"/>
              </a:ext>
            </a:extLst>
          </p:cNvPr>
          <p:cNvSpPr/>
          <p:nvPr/>
        </p:nvSpPr>
        <p:spPr>
          <a:xfrm>
            <a:off x="361434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148EAF-E39C-F971-8908-A9EC8083C609}"/>
              </a:ext>
            </a:extLst>
          </p:cNvPr>
          <p:cNvSpPr/>
          <p:nvPr/>
        </p:nvSpPr>
        <p:spPr>
          <a:xfrm>
            <a:off x="446609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62A617-B4B0-AA19-5E96-E80246CD9DD4}"/>
              </a:ext>
            </a:extLst>
          </p:cNvPr>
          <p:cNvSpPr/>
          <p:nvPr/>
        </p:nvSpPr>
        <p:spPr>
          <a:xfrm>
            <a:off x="5059376" y="2474256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F87E28-46B8-3695-4358-B37E6165D29E}"/>
              </a:ext>
            </a:extLst>
          </p:cNvPr>
          <p:cNvSpPr/>
          <p:nvPr/>
        </p:nvSpPr>
        <p:spPr>
          <a:xfrm>
            <a:off x="4703329" y="2697019"/>
            <a:ext cx="553305" cy="5092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B6B3E3-52C0-6B0F-EEE1-144B00739B9E}"/>
              </a:ext>
            </a:extLst>
          </p:cNvPr>
          <p:cNvSpPr/>
          <p:nvPr/>
        </p:nvSpPr>
        <p:spPr>
          <a:xfrm>
            <a:off x="5917866" y="2474256"/>
            <a:ext cx="593278" cy="95474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7587E-E2BE-7791-D9D4-52CA8041BB96}"/>
              </a:ext>
            </a:extLst>
          </p:cNvPr>
          <p:cNvSpPr/>
          <p:nvPr/>
        </p:nvSpPr>
        <p:spPr>
          <a:xfrm>
            <a:off x="5521846" y="2697019"/>
            <a:ext cx="553305" cy="5092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81FE9-71CC-A540-3B4B-ED807AA226AF}"/>
              </a:ext>
            </a:extLst>
          </p:cNvPr>
          <p:cNvSpPr/>
          <p:nvPr/>
        </p:nvSpPr>
        <p:spPr>
          <a:xfrm>
            <a:off x="6345203" y="2697018"/>
            <a:ext cx="553305" cy="5092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B9FA37-0D73-8554-93B8-4ADE7C8DEEC9}"/>
              </a:ext>
            </a:extLst>
          </p:cNvPr>
          <p:cNvSpPr/>
          <p:nvPr/>
        </p:nvSpPr>
        <p:spPr>
          <a:xfrm>
            <a:off x="5371648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D7257D-A4AE-77C0-A7E1-7D2B87D5569E}"/>
              </a:ext>
            </a:extLst>
          </p:cNvPr>
          <p:cNvSpPr/>
          <p:nvPr/>
        </p:nvSpPr>
        <p:spPr>
          <a:xfrm>
            <a:off x="6187317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B07F19A-4713-1BB0-91CD-D11C5220D3A5}"/>
              </a:ext>
            </a:extLst>
          </p:cNvPr>
          <p:cNvSpPr/>
          <p:nvPr/>
        </p:nvSpPr>
        <p:spPr>
          <a:xfrm>
            <a:off x="3610042" y="3124991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01B5E2-4DEA-E222-BB2F-6265DB91B7E9}"/>
              </a:ext>
            </a:extLst>
          </p:cNvPr>
          <p:cNvSpPr/>
          <p:nvPr/>
        </p:nvSpPr>
        <p:spPr>
          <a:xfrm>
            <a:off x="4466098" y="3124991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06DE51E-25B2-895E-1FE5-14435201D8E1}"/>
              </a:ext>
            </a:extLst>
          </p:cNvPr>
          <p:cNvSpPr/>
          <p:nvPr/>
        </p:nvSpPr>
        <p:spPr>
          <a:xfrm>
            <a:off x="5371648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1DC1728-FBCE-CF16-A486-DD3DEAE77F08}"/>
              </a:ext>
            </a:extLst>
          </p:cNvPr>
          <p:cNvSpPr/>
          <p:nvPr/>
        </p:nvSpPr>
        <p:spPr>
          <a:xfrm>
            <a:off x="6177353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669107-2E2D-861C-0F6C-C1B37070ADC9}"/>
              </a:ext>
            </a:extLst>
          </p:cNvPr>
          <p:cNvSpPr/>
          <p:nvPr/>
        </p:nvSpPr>
        <p:spPr>
          <a:xfrm>
            <a:off x="2554554" y="2303362"/>
            <a:ext cx="678592" cy="12963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5C7DA4-6DFA-6398-68A5-6910A53FE395}"/>
              </a:ext>
            </a:extLst>
          </p:cNvPr>
          <p:cNvSpPr/>
          <p:nvPr/>
        </p:nvSpPr>
        <p:spPr>
          <a:xfrm>
            <a:off x="7487491" y="2303361"/>
            <a:ext cx="678592" cy="12963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3931FF-6127-DF84-8FD0-87D9819F2AB2}"/>
              </a:ext>
            </a:extLst>
          </p:cNvPr>
          <p:cNvSpPr/>
          <p:nvPr/>
        </p:nvSpPr>
        <p:spPr>
          <a:xfrm>
            <a:off x="2013415" y="2303363"/>
            <a:ext cx="233394" cy="12963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45A231-20F4-7273-F94A-F311F81A8380}"/>
              </a:ext>
            </a:extLst>
          </p:cNvPr>
          <p:cNvSpPr/>
          <p:nvPr/>
        </p:nvSpPr>
        <p:spPr>
          <a:xfrm>
            <a:off x="8457602" y="2303363"/>
            <a:ext cx="233394" cy="12963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730896-DE3D-867A-1175-1E77B038C2E9}"/>
              </a:ext>
            </a:extLst>
          </p:cNvPr>
          <p:cNvSpPr/>
          <p:nvPr/>
        </p:nvSpPr>
        <p:spPr>
          <a:xfrm rot="5400000">
            <a:off x="2752313" y="326384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7491D0-4B8A-299A-5876-0DCA26EA082C}"/>
              </a:ext>
            </a:extLst>
          </p:cNvPr>
          <p:cNvSpPr/>
          <p:nvPr/>
        </p:nvSpPr>
        <p:spPr>
          <a:xfrm rot="5400000">
            <a:off x="2750440" y="1715464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2B7097-7E50-506A-57C5-7CF6D441D3F2}"/>
              </a:ext>
            </a:extLst>
          </p:cNvPr>
          <p:cNvSpPr/>
          <p:nvPr/>
        </p:nvSpPr>
        <p:spPr>
          <a:xfrm rot="5400000">
            <a:off x="7702011" y="171546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ABDB77-C330-4B5B-AE8B-4EEEF947D6FB}"/>
              </a:ext>
            </a:extLst>
          </p:cNvPr>
          <p:cNvSpPr/>
          <p:nvPr/>
        </p:nvSpPr>
        <p:spPr>
          <a:xfrm rot="5400000">
            <a:off x="7702011" y="3264203"/>
            <a:ext cx="249550" cy="9213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0490BDE-E704-62B0-90A4-17F7AEB90A4E}"/>
              </a:ext>
            </a:extLst>
          </p:cNvPr>
          <p:cNvSpPr/>
          <p:nvPr/>
        </p:nvSpPr>
        <p:spPr>
          <a:xfrm>
            <a:off x="7021925" y="2051346"/>
            <a:ext cx="45719" cy="7269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BD0F77B-9D3D-234E-4791-5D90F70776B4}"/>
              </a:ext>
            </a:extLst>
          </p:cNvPr>
          <p:cNvSpPr/>
          <p:nvPr/>
        </p:nvSpPr>
        <p:spPr>
          <a:xfrm>
            <a:off x="7022946" y="3124982"/>
            <a:ext cx="45719" cy="72429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0713A9-3A13-6A5E-4C1B-949DBFC7CEE1}"/>
              </a:ext>
            </a:extLst>
          </p:cNvPr>
          <p:cNvSpPr txBox="1"/>
          <p:nvPr/>
        </p:nvSpPr>
        <p:spPr>
          <a:xfrm>
            <a:off x="1974161" y="2778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7D7EE5-6C90-6312-5274-D81988189CFC}"/>
              </a:ext>
            </a:extLst>
          </p:cNvPr>
          <p:cNvSpPr txBox="1"/>
          <p:nvPr/>
        </p:nvSpPr>
        <p:spPr>
          <a:xfrm>
            <a:off x="2733527" y="19914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AD6D2F-F621-E439-A6AC-C41AB3902B6E}"/>
              </a:ext>
            </a:extLst>
          </p:cNvPr>
          <p:cNvSpPr txBox="1"/>
          <p:nvPr/>
        </p:nvSpPr>
        <p:spPr>
          <a:xfrm>
            <a:off x="7680185" y="19914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5124FE-FA06-4EBA-C5C7-6716533EFAE8}"/>
              </a:ext>
            </a:extLst>
          </p:cNvPr>
          <p:cNvSpPr txBox="1"/>
          <p:nvPr/>
        </p:nvSpPr>
        <p:spPr>
          <a:xfrm>
            <a:off x="8420250" y="2778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B10498-22C6-3D14-8989-D0695040D254}"/>
              </a:ext>
            </a:extLst>
          </p:cNvPr>
          <p:cNvSpPr txBox="1"/>
          <p:nvPr/>
        </p:nvSpPr>
        <p:spPr>
          <a:xfrm>
            <a:off x="7680185" y="35424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C25EFF-8E7C-5822-DD0C-C638F4206428}"/>
              </a:ext>
            </a:extLst>
          </p:cNvPr>
          <p:cNvSpPr txBox="1"/>
          <p:nvPr/>
        </p:nvSpPr>
        <p:spPr>
          <a:xfrm>
            <a:off x="2721166" y="35424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23C9DA-AD04-64C4-F4AB-C07461417BDB}"/>
              </a:ext>
            </a:extLst>
          </p:cNvPr>
          <p:cNvSpPr txBox="1"/>
          <p:nvPr/>
        </p:nvSpPr>
        <p:spPr>
          <a:xfrm>
            <a:off x="3909928" y="27668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8E8342-D349-9225-7AAA-FE8B21B82F5E}"/>
              </a:ext>
            </a:extLst>
          </p:cNvPr>
          <p:cNvSpPr txBox="1"/>
          <p:nvPr/>
        </p:nvSpPr>
        <p:spPr>
          <a:xfrm>
            <a:off x="4825014" y="27556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EBA4A8-3B13-D37A-B267-9FC0FEAFED22}"/>
              </a:ext>
            </a:extLst>
          </p:cNvPr>
          <p:cNvSpPr txBox="1"/>
          <p:nvPr/>
        </p:nvSpPr>
        <p:spPr>
          <a:xfrm>
            <a:off x="5591261" y="2763618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9EEFE-4413-4DBB-6C49-259653B5E4B8}"/>
              </a:ext>
            </a:extLst>
          </p:cNvPr>
          <p:cNvSpPr txBox="1"/>
          <p:nvPr/>
        </p:nvSpPr>
        <p:spPr>
          <a:xfrm>
            <a:off x="6403609" y="275565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750E6D-0FAD-9771-1A15-42CA0E7FF03C}"/>
                  </a:ext>
                </a:extLst>
              </p:cNvPr>
              <p:cNvSpPr txBox="1"/>
              <p:nvPr/>
            </p:nvSpPr>
            <p:spPr>
              <a:xfrm>
                <a:off x="2733527" y="1713224"/>
                <a:ext cx="3924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𝑠𝑟𝑐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750E6D-0FAD-9771-1A15-42CA0E7FF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527" y="1713224"/>
                <a:ext cx="392480" cy="276999"/>
              </a:xfrm>
              <a:prstGeom prst="rect">
                <a:avLst/>
              </a:prstGeom>
              <a:blipFill>
                <a:blip r:embed="rId2"/>
                <a:stretch>
                  <a:fillRect l="-1562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797ABBF5-BC85-9C1F-23E2-F9B2AEB43B9B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 flipV="1">
            <a:off x="1748203" y="2962934"/>
            <a:ext cx="225958" cy="2433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5F8ADB-CD2D-D012-6B8E-D2114ADBD574}"/>
              </a:ext>
            </a:extLst>
          </p:cNvPr>
          <p:cNvCxnSpPr/>
          <p:nvPr/>
        </p:nvCxnSpPr>
        <p:spPr>
          <a:xfrm>
            <a:off x="1648902" y="3573921"/>
            <a:ext cx="19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FFA05F6-BC7B-B851-C382-16C95DD19108}"/>
              </a:ext>
            </a:extLst>
          </p:cNvPr>
          <p:cNvCxnSpPr>
            <a:cxnSpLocks/>
          </p:cNvCxnSpPr>
          <p:nvPr/>
        </p:nvCxnSpPr>
        <p:spPr>
          <a:xfrm>
            <a:off x="1697863" y="3634257"/>
            <a:ext cx="8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9ED5930-09E8-E553-1C4F-98127D9B5626}"/>
              </a:ext>
            </a:extLst>
          </p:cNvPr>
          <p:cNvCxnSpPr/>
          <p:nvPr/>
        </p:nvCxnSpPr>
        <p:spPr>
          <a:xfrm flipV="1">
            <a:off x="1748203" y="3458642"/>
            <a:ext cx="0" cy="115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03C0374-18BA-5171-FFAF-6C141A53765D}"/>
                  </a:ext>
                </a:extLst>
              </p:cNvPr>
              <p:cNvSpPr txBox="1"/>
              <p:nvPr/>
            </p:nvSpPr>
            <p:spPr>
              <a:xfrm>
                <a:off x="1418235" y="3174610"/>
                <a:ext cx="7064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03C0374-18BA-5171-FFAF-6C141A537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235" y="3174610"/>
                <a:ext cx="706403" cy="276999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B8FB21C2-FC8B-786D-DEEA-9EE1FCF335D6}"/>
              </a:ext>
            </a:extLst>
          </p:cNvPr>
          <p:cNvCxnSpPr>
            <a:cxnSpLocks/>
          </p:cNvCxnSpPr>
          <p:nvPr/>
        </p:nvCxnSpPr>
        <p:spPr>
          <a:xfrm>
            <a:off x="8728348" y="2913305"/>
            <a:ext cx="232325" cy="211677"/>
          </a:xfrm>
          <a:prstGeom prst="bentConnector3">
            <a:avLst>
              <a:gd name="adj1" fmla="val 10367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2E3695-1174-1B61-9638-2EC8B8EC783D}"/>
              </a:ext>
            </a:extLst>
          </p:cNvPr>
          <p:cNvCxnSpPr/>
          <p:nvPr/>
        </p:nvCxnSpPr>
        <p:spPr>
          <a:xfrm>
            <a:off x="8861372" y="3544768"/>
            <a:ext cx="19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B2373C-9D0D-22A3-7118-802633F1D324}"/>
              </a:ext>
            </a:extLst>
          </p:cNvPr>
          <p:cNvCxnSpPr>
            <a:cxnSpLocks/>
          </p:cNvCxnSpPr>
          <p:nvPr/>
        </p:nvCxnSpPr>
        <p:spPr>
          <a:xfrm>
            <a:off x="8910333" y="3605104"/>
            <a:ext cx="87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9D65BD4-165C-52B9-42D7-81B2E5A36527}"/>
              </a:ext>
            </a:extLst>
          </p:cNvPr>
          <p:cNvCxnSpPr/>
          <p:nvPr/>
        </p:nvCxnSpPr>
        <p:spPr>
          <a:xfrm flipV="1">
            <a:off x="8960673" y="3429489"/>
            <a:ext cx="0" cy="115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7F4904C-5518-4CB2-25C2-2FC1442E0788}"/>
                  </a:ext>
                </a:extLst>
              </p:cNvPr>
              <p:cNvSpPr txBox="1"/>
              <p:nvPr/>
            </p:nvSpPr>
            <p:spPr>
              <a:xfrm>
                <a:off x="3767928" y="3002096"/>
                <a:ext cx="2596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7F4904C-5518-4CB2-25C2-2FC1442E0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928" y="3002096"/>
                <a:ext cx="259686" cy="215444"/>
              </a:xfrm>
              <a:prstGeom prst="rect">
                <a:avLst/>
              </a:prstGeom>
              <a:blipFill>
                <a:blip r:embed="rId4"/>
                <a:stretch>
                  <a:fillRect l="-13636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99E38F-2A7F-C095-B17B-354B7A196C21}"/>
                  </a:ext>
                </a:extLst>
              </p:cNvPr>
              <p:cNvSpPr txBox="1"/>
              <p:nvPr/>
            </p:nvSpPr>
            <p:spPr>
              <a:xfrm>
                <a:off x="4106652" y="3003486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99E38F-2A7F-C095-B17B-354B7A196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652" y="3003486"/>
                <a:ext cx="274114" cy="215444"/>
              </a:xfrm>
              <a:prstGeom prst="rect">
                <a:avLst/>
              </a:prstGeom>
              <a:blipFill>
                <a:blip r:embed="rId5"/>
                <a:stretch>
                  <a:fillRect l="-13043" r="-434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D11B5A2-215F-EFC4-9792-64FA9D4C21EF}"/>
                  </a:ext>
                </a:extLst>
              </p:cNvPr>
              <p:cNvSpPr txBox="1"/>
              <p:nvPr/>
            </p:nvSpPr>
            <p:spPr>
              <a:xfrm>
                <a:off x="4690473" y="3006993"/>
                <a:ext cx="25968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D11B5A2-215F-EFC4-9792-64FA9D4C2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473" y="3006993"/>
                <a:ext cx="259686" cy="215444"/>
              </a:xfrm>
              <a:prstGeom prst="rect">
                <a:avLst/>
              </a:prstGeom>
              <a:blipFill>
                <a:blip r:embed="rId6"/>
                <a:stretch>
                  <a:fillRect l="-14286" r="-476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58BE90-82B6-279F-1403-6E04FC805DEA}"/>
                  </a:ext>
                </a:extLst>
              </p:cNvPr>
              <p:cNvSpPr txBox="1"/>
              <p:nvPr/>
            </p:nvSpPr>
            <p:spPr>
              <a:xfrm>
                <a:off x="5025749" y="3001236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58BE90-82B6-279F-1403-6E04FC805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749" y="3001236"/>
                <a:ext cx="274114" cy="215444"/>
              </a:xfrm>
              <a:prstGeom prst="rect">
                <a:avLst/>
              </a:prstGeom>
              <a:blipFill>
                <a:blip r:embed="rId7"/>
                <a:stretch>
                  <a:fillRect l="-8696" r="-434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BC2FC6-9A9B-257A-466E-72139754E81E}"/>
                  </a:ext>
                </a:extLst>
              </p:cNvPr>
              <p:cNvSpPr txBox="1"/>
              <p:nvPr/>
            </p:nvSpPr>
            <p:spPr>
              <a:xfrm>
                <a:off x="5510998" y="3003672"/>
                <a:ext cx="2564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8BC2FC6-9A9B-257A-466E-72139754E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998" y="3003672"/>
                <a:ext cx="256480" cy="215444"/>
              </a:xfrm>
              <a:prstGeom prst="rect">
                <a:avLst/>
              </a:prstGeom>
              <a:blipFill>
                <a:blip r:embed="rId8"/>
                <a:stretch>
                  <a:fillRect l="-9091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FEE528E-72FC-E3DF-A153-30BAD2D25E41}"/>
                  </a:ext>
                </a:extLst>
              </p:cNvPr>
              <p:cNvSpPr txBox="1"/>
              <p:nvPr/>
            </p:nvSpPr>
            <p:spPr>
              <a:xfrm>
                <a:off x="5834016" y="3002109"/>
                <a:ext cx="27090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FEE528E-72FC-E3DF-A153-30BAD2D25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016" y="3002109"/>
                <a:ext cx="270908" cy="215444"/>
              </a:xfrm>
              <a:prstGeom prst="rect">
                <a:avLst/>
              </a:prstGeom>
              <a:blipFill>
                <a:blip r:embed="rId9"/>
                <a:stretch>
                  <a:fillRect l="-13636" r="-4545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D68CCE-8B11-68DB-1114-FD7871F09519}"/>
                  </a:ext>
                </a:extLst>
              </p:cNvPr>
              <p:cNvSpPr txBox="1"/>
              <p:nvPr/>
            </p:nvSpPr>
            <p:spPr>
              <a:xfrm>
                <a:off x="6292841" y="3001236"/>
                <a:ext cx="3350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D68CCE-8B11-68DB-1114-FD7871F0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841" y="3001236"/>
                <a:ext cx="335028" cy="215444"/>
              </a:xfrm>
              <a:prstGeom prst="rect">
                <a:avLst/>
              </a:prstGeom>
              <a:blipFill>
                <a:blip r:embed="rId10"/>
                <a:stretch>
                  <a:fillRect l="-11111" r="-7407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879253-DE1A-1A46-CD52-25943B6AF98A}"/>
                  </a:ext>
                </a:extLst>
              </p:cNvPr>
              <p:cNvSpPr txBox="1"/>
              <p:nvPr/>
            </p:nvSpPr>
            <p:spPr>
              <a:xfrm>
                <a:off x="6654351" y="3001236"/>
                <a:ext cx="34945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879253-DE1A-1A46-CD52-25943B6AF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351" y="3001236"/>
                <a:ext cx="349455" cy="215444"/>
              </a:xfrm>
              <a:prstGeom prst="rect">
                <a:avLst/>
              </a:prstGeom>
              <a:blipFill>
                <a:blip r:embed="rId11"/>
                <a:stretch>
                  <a:fillRect l="-10714" r="-3571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418D4C37-5266-DC7B-00B4-E67157F48EAB}"/>
              </a:ext>
            </a:extLst>
          </p:cNvPr>
          <p:cNvSpPr txBox="1"/>
          <p:nvPr/>
        </p:nvSpPr>
        <p:spPr>
          <a:xfrm>
            <a:off x="3479952" y="275440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8F171B-367F-7C50-795F-AEDA8408D9C7}"/>
              </a:ext>
            </a:extLst>
          </p:cNvPr>
          <p:cNvSpPr txBox="1"/>
          <p:nvPr/>
        </p:nvSpPr>
        <p:spPr>
          <a:xfrm>
            <a:off x="6881462" y="272863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742FBF-AC7C-7006-3871-35D6C7E842E6}"/>
                  </a:ext>
                </a:extLst>
              </p:cNvPr>
              <p:cNvSpPr txBox="1"/>
              <p:nvPr/>
            </p:nvSpPr>
            <p:spPr>
              <a:xfrm>
                <a:off x="4379093" y="2821363"/>
                <a:ext cx="301236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7,8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742FBF-AC7C-7006-3871-35D6C7E84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093" y="2821363"/>
                <a:ext cx="301236" cy="224870"/>
              </a:xfrm>
              <a:prstGeom prst="rect">
                <a:avLst/>
              </a:prstGeom>
              <a:blipFill>
                <a:blip r:embed="rId12"/>
                <a:stretch>
                  <a:fillRect l="-8000" r="-4000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D682207-2CEF-A271-1D50-788058D96432}"/>
                  </a:ext>
                </a:extLst>
              </p:cNvPr>
              <p:cNvSpPr txBox="1"/>
              <p:nvPr/>
            </p:nvSpPr>
            <p:spPr>
              <a:xfrm>
                <a:off x="5247187" y="2821363"/>
                <a:ext cx="298030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8,9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D682207-2CEF-A271-1D50-788058D96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87" y="2821363"/>
                <a:ext cx="298030" cy="224870"/>
              </a:xfrm>
              <a:prstGeom prst="rect">
                <a:avLst/>
              </a:prstGeom>
              <a:blipFill>
                <a:blip r:embed="rId13"/>
                <a:stretch>
                  <a:fillRect l="-12500" r="-4167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C18A51B-5B9A-4653-8665-4BFE816BA4D2}"/>
                  </a:ext>
                </a:extLst>
              </p:cNvPr>
              <p:cNvSpPr txBox="1"/>
              <p:nvPr/>
            </p:nvSpPr>
            <p:spPr>
              <a:xfrm>
                <a:off x="6030405" y="2819620"/>
                <a:ext cx="373372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9,10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C18A51B-5B9A-4653-8665-4BFE816BA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405" y="2819620"/>
                <a:ext cx="373372" cy="224870"/>
              </a:xfrm>
              <a:prstGeom prst="rect">
                <a:avLst/>
              </a:prstGeom>
              <a:blipFill>
                <a:blip r:embed="rId14"/>
                <a:stretch>
                  <a:fillRect l="-6452" r="-322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A1F7E5F-5AE0-E1F7-1171-A49CFBA7857C}"/>
                  </a:ext>
                </a:extLst>
              </p:cNvPr>
              <p:cNvSpPr txBox="1"/>
              <p:nvPr/>
            </p:nvSpPr>
            <p:spPr>
              <a:xfrm>
                <a:off x="3173045" y="3913510"/>
                <a:ext cx="919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𝑄𝑃𝐶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A1F7E5F-5AE0-E1F7-1171-A49CFBA78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45" y="3913510"/>
                <a:ext cx="919711" cy="215444"/>
              </a:xfrm>
              <a:prstGeom prst="rect">
                <a:avLst/>
              </a:prstGeom>
              <a:blipFill>
                <a:blip r:embed="rId15"/>
                <a:stretch>
                  <a:fillRect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A32D24-7136-1A67-20FD-759565330881}"/>
                  </a:ext>
                </a:extLst>
              </p:cNvPr>
              <p:cNvSpPr txBox="1"/>
              <p:nvPr/>
            </p:nvSpPr>
            <p:spPr>
              <a:xfrm>
                <a:off x="4034892" y="3913510"/>
                <a:ext cx="919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𝑄𝑃𝐶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3A32D24-7136-1A67-20FD-759565330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892" y="3913510"/>
                <a:ext cx="919711" cy="215444"/>
              </a:xfrm>
              <a:prstGeom prst="rect">
                <a:avLst/>
              </a:prstGeom>
              <a:blipFill>
                <a:blip r:embed="rId16"/>
                <a:stretch>
                  <a:fillRect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00F8B91-5BB1-890A-B71E-D7ED4B488830}"/>
                  </a:ext>
                </a:extLst>
              </p:cNvPr>
              <p:cNvSpPr txBox="1"/>
              <p:nvPr/>
            </p:nvSpPr>
            <p:spPr>
              <a:xfrm>
                <a:off x="4919602" y="3911798"/>
                <a:ext cx="919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𝑄𝑃𝐶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00F8B91-5BB1-890A-B71E-D7ED4B48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602" y="3911798"/>
                <a:ext cx="919711" cy="215444"/>
              </a:xfrm>
              <a:prstGeom prst="rect">
                <a:avLst/>
              </a:prstGeom>
              <a:blipFill>
                <a:blip r:embed="rId17"/>
                <a:stretch>
                  <a:fillRect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EA180C-DB35-1A15-F2A7-9DFF677E3207}"/>
                  </a:ext>
                </a:extLst>
              </p:cNvPr>
              <p:cNvSpPr txBox="1"/>
              <p:nvPr/>
            </p:nvSpPr>
            <p:spPr>
              <a:xfrm>
                <a:off x="5727461" y="3912671"/>
                <a:ext cx="919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𝑄𝑃𝐶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EA180C-DB35-1A15-F2A7-9DFF677E3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461" y="3912671"/>
                <a:ext cx="919711" cy="215444"/>
              </a:xfrm>
              <a:prstGeom prst="rect">
                <a:avLst/>
              </a:prstGeom>
              <a:blipFill>
                <a:blip r:embed="rId18"/>
                <a:stretch>
                  <a:fillRect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7EC15-95BF-459A-1A92-615CFFFEB117}"/>
                  </a:ext>
                </a:extLst>
              </p:cNvPr>
              <p:cNvSpPr txBox="1"/>
              <p:nvPr/>
            </p:nvSpPr>
            <p:spPr>
              <a:xfrm>
                <a:off x="6562069" y="3908671"/>
                <a:ext cx="919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𝑄𝑃𝐶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7EC15-95BF-459A-1A92-615CFFFEB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069" y="3908671"/>
                <a:ext cx="919711" cy="215444"/>
              </a:xfrm>
              <a:prstGeom prst="rect">
                <a:avLst/>
              </a:prstGeom>
              <a:blipFill>
                <a:blip r:embed="rId19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A47D7CA-E312-C39E-D221-A470206FFDB4}"/>
                  </a:ext>
                </a:extLst>
              </p:cNvPr>
              <p:cNvSpPr txBox="1"/>
              <p:nvPr/>
            </p:nvSpPr>
            <p:spPr>
              <a:xfrm>
                <a:off x="8635402" y="3150542"/>
                <a:ext cx="7064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A47D7CA-E312-C39E-D221-A470206FF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402" y="3150542"/>
                <a:ext cx="706403" cy="276999"/>
              </a:xfrm>
              <a:prstGeom prst="rect">
                <a:avLst/>
              </a:prstGeom>
              <a:blipFill>
                <a:blip r:embed="rId20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31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60</Words>
  <Application>Microsoft Macintosh PowerPoint</Application>
  <PresentationFormat>Widescreen</PresentationFormat>
  <Paragraphs>58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Suo, Bingcheng</dc:creator>
  <cp:lastModifiedBy>Suo, Bingcheng</cp:lastModifiedBy>
  <cp:revision>16</cp:revision>
  <dcterms:created xsi:type="dcterms:W3CDTF">2025-10-17T18:03:24Z</dcterms:created>
  <dcterms:modified xsi:type="dcterms:W3CDTF">2025-10-18T17:46:19Z</dcterms:modified>
</cp:coreProperties>
</file>