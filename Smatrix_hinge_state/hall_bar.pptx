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4"/>
  </p:normalViewPr>
  <p:slideViewPr>
    <p:cSldViewPr snapToGrid="0">
      <p:cViewPr>
        <p:scale>
          <a:sx n="124" d="100"/>
          <a:sy n="124" d="100"/>
        </p:scale>
        <p:origin x="-528" y="-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19138-282A-1547-9201-330998A54A89}" type="datetimeFigureOut">
              <a:rPr lang="en-US" smtClean="0"/>
              <a:t>2/27/25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5B4A7-3C28-424E-9F30-4D8B98784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6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25B4A7-3C28-424E-9F30-4D8B987841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60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E25C-6E0D-4EB1-EEEE-9C18E8A71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6093C-4094-6E1F-AA91-DD045EA1D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7FC44-8665-7068-55A4-4F53F79A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F7469-1EC1-5799-5F68-02A91445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21BC2-1D10-32CE-3398-D8698353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BFFB-A11B-30F8-CFD0-1620894A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AA7DE-C9C9-3F0A-4794-F8D229CE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8444B-B33D-638E-288D-EEF36B18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139D-742F-FBA6-125F-038FD359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96CB-59E9-0153-4209-B56A3327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3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C9771-1AB8-C78A-B2C3-B40B04402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060DA-7AAB-6314-35BB-74A46FFE6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E88E-9336-2CF8-ADC2-F5A071CF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D9D08-252B-86F6-93CC-B619D64C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9D9A-A2B5-2E90-E184-144CA019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3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3D81-BE37-8287-4EE5-FC63433E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A8D7-0741-07ED-DC7E-4AC21CF7C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9C661-D9B1-E5B3-3B0D-A7FE901FB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91C09-6C42-1CB6-837E-9CB446C5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32371-F00A-2B99-7743-3522C17A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0FF6C-EC87-4409-141B-4BB2FABD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7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FAD7-8538-AA2C-D525-9B10DADBF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B7D6A-A27B-92E1-0139-6D5E17179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1A007-67C0-200B-7F1C-5DB1C7AA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A18D9-AAEE-FF01-E28B-C4129E77A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E1EC4-56E3-8E8A-6802-672F4C8CF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02242-58EA-70F7-6758-6AD3B134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2C53E-0C33-B008-BEE7-AFDE28E1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62F45-B962-F52E-6377-C80DEB69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1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DCF4-0679-C80D-3D1F-1EDD99E3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C13C0-D499-49C1-2EE0-7717C26B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E0447-5E0D-DE6E-9250-98831348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DBD2E-3C99-64FA-CB8D-B8815CED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8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2FF1C-5DAB-BB45-EFEB-8C78A721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F55EF-0D32-AB70-BA0D-5198F6D9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88345-25F4-70AB-F93C-EFFA79AE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AEB4-FAC7-18C0-9253-CAC6E915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80E9A-720E-3916-EBE5-A622D0BB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D349D-DFF3-78FD-363A-8CA76A784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B89AF-0E1C-9CB1-DFE3-4301D27E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5F155-E053-338C-202D-32905D2E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BAB82-27A5-52EB-1683-1AD3107D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3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2961-DFE2-BF85-7B6C-7EEDB9E5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361D3F-159E-9F39-AB32-372A90C4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1B4FD-7A1B-4C36-3710-C1BE7ABD9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1A849-16BF-2206-58EA-946CD19F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2DCC2-617F-B178-5539-B410C97B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B7D70-7890-2EED-436C-D45D9AA0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3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B942-0062-BB0D-A3F8-B9CC8A8F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BA6DF-1E73-A71A-D312-0ED919F54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FBA05-B720-236E-C004-513664A8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AA3A2-A669-9534-B970-E054025C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538E3-231F-A3AD-68E4-38A28414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6B883-7A7E-609E-1B24-C84FB5F7C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8C5FF-EE04-0837-BFC4-CE858FF86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792E7-4FC7-2CF0-BB2E-C66E223B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C8E4-00A0-ED70-CF4F-F811C49F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B4DB-DC2D-984B-C524-4F42103C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8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D620E-E979-FE73-8C6D-35D8A317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8E54A-1D2D-B408-6E57-69834991A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8DBB-0B68-2686-CFFC-CA4D340B7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A003B-0562-6E44-B563-EFF169472D9F}" type="datetimeFigureOut">
              <a:rPr lang="en-US" smtClean="0"/>
              <a:t>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5C367-494B-328E-0A3F-676FD20F9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9217D-F3A4-C435-C84E-5B68E73C2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8BDBE-1C36-6641-B0E3-847EAB0A8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9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0F78-EA22-E323-1E5A-1EC21610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579177E-E3B0-B5AD-6B67-7516713A9300}"/>
              </a:ext>
            </a:extLst>
          </p:cNvPr>
          <p:cNvSpPr/>
          <p:nvPr/>
        </p:nvSpPr>
        <p:spPr>
          <a:xfrm>
            <a:off x="1254101" y="2004461"/>
            <a:ext cx="4620127" cy="142453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22D909-C712-5F27-24C4-8287B7928E21}"/>
              </a:ext>
            </a:extLst>
          </p:cNvPr>
          <p:cNvSpPr/>
          <p:nvPr/>
        </p:nvSpPr>
        <p:spPr>
          <a:xfrm rot="5400000">
            <a:off x="1190733" y="2364606"/>
            <a:ext cx="1944305" cy="70424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E0339-4066-116C-8EC3-11D25E6C3E28}"/>
              </a:ext>
            </a:extLst>
          </p:cNvPr>
          <p:cNvSpPr/>
          <p:nvPr/>
        </p:nvSpPr>
        <p:spPr>
          <a:xfrm rot="5400000">
            <a:off x="3990081" y="2364606"/>
            <a:ext cx="1944305" cy="70424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BE401D-7489-9A78-C19D-1C80E11110D7}"/>
              </a:ext>
            </a:extLst>
          </p:cNvPr>
          <p:cNvSpPr/>
          <p:nvPr/>
        </p:nvSpPr>
        <p:spPr>
          <a:xfrm rot="5400000">
            <a:off x="568100" y="2581595"/>
            <a:ext cx="1424539" cy="2702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00ADA8-3FD2-F35B-79A5-6C71715090AA}"/>
              </a:ext>
            </a:extLst>
          </p:cNvPr>
          <p:cNvSpPr/>
          <p:nvPr/>
        </p:nvSpPr>
        <p:spPr>
          <a:xfrm rot="5400000">
            <a:off x="5138554" y="2586083"/>
            <a:ext cx="1424539" cy="261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0578EB-8A14-C260-EC74-4232712FD9F2}"/>
              </a:ext>
            </a:extLst>
          </p:cNvPr>
          <p:cNvSpPr/>
          <p:nvPr/>
        </p:nvSpPr>
        <p:spPr>
          <a:xfrm rot="10800000">
            <a:off x="1810761" y="3688883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23D536-BA5B-2F02-C6A5-35CD4C277F30}"/>
              </a:ext>
            </a:extLst>
          </p:cNvPr>
          <p:cNvSpPr/>
          <p:nvPr/>
        </p:nvSpPr>
        <p:spPr>
          <a:xfrm rot="10800000">
            <a:off x="1810760" y="1320262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78B85B-EC2F-CBC2-D299-E5A16FD7D616}"/>
              </a:ext>
            </a:extLst>
          </p:cNvPr>
          <p:cNvSpPr/>
          <p:nvPr/>
        </p:nvSpPr>
        <p:spPr>
          <a:xfrm rot="10800000">
            <a:off x="4610107" y="1320263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DD3F92-094B-9CD3-B0F1-DC5506D4F113}"/>
              </a:ext>
            </a:extLst>
          </p:cNvPr>
          <p:cNvSpPr/>
          <p:nvPr/>
        </p:nvSpPr>
        <p:spPr>
          <a:xfrm rot="10800000">
            <a:off x="4610107" y="3688882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79E432-1870-D9F2-5472-A6225A99144D}"/>
              </a:ext>
            </a:extLst>
          </p:cNvPr>
          <p:cNvCxnSpPr>
            <a:cxnSpLocks/>
          </p:cNvCxnSpPr>
          <p:nvPr/>
        </p:nvCxnSpPr>
        <p:spPr>
          <a:xfrm>
            <a:off x="2622252" y="2108863"/>
            <a:ext cx="45811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25543FC-378C-8DCA-B9BA-10B31890607A}"/>
              </a:ext>
            </a:extLst>
          </p:cNvPr>
          <p:cNvCxnSpPr>
            <a:cxnSpLocks/>
          </p:cNvCxnSpPr>
          <p:nvPr/>
        </p:nvCxnSpPr>
        <p:spPr>
          <a:xfrm>
            <a:off x="4033363" y="2108863"/>
            <a:ext cx="45811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C9AFDB-68C6-4F5B-178C-F564A3C3D2E2}"/>
              </a:ext>
            </a:extLst>
          </p:cNvPr>
          <p:cNvCxnSpPr>
            <a:cxnSpLocks/>
          </p:cNvCxnSpPr>
          <p:nvPr/>
        </p:nvCxnSpPr>
        <p:spPr>
          <a:xfrm flipH="1">
            <a:off x="2622252" y="3322419"/>
            <a:ext cx="4441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C485DAD-A61D-62BD-DED8-4D3AF97152D2}"/>
              </a:ext>
            </a:extLst>
          </p:cNvPr>
          <p:cNvCxnSpPr>
            <a:cxnSpLocks/>
          </p:cNvCxnSpPr>
          <p:nvPr/>
        </p:nvCxnSpPr>
        <p:spPr>
          <a:xfrm flipH="1">
            <a:off x="4033363" y="3324032"/>
            <a:ext cx="4441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0125AE0-5DCF-622B-FA4C-4C5C94AA543E}"/>
              </a:ext>
            </a:extLst>
          </p:cNvPr>
          <p:cNvSpPr txBox="1"/>
          <p:nvPr/>
        </p:nvSpPr>
        <p:spPr>
          <a:xfrm>
            <a:off x="2008834" y="13477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B305C2-9F00-F275-9C12-8090DF73512D}"/>
              </a:ext>
            </a:extLst>
          </p:cNvPr>
          <p:cNvSpPr txBox="1"/>
          <p:nvPr/>
        </p:nvSpPr>
        <p:spPr>
          <a:xfrm>
            <a:off x="4808181" y="134775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214160-8792-D668-85AA-72D50CB9CD2A}"/>
              </a:ext>
            </a:extLst>
          </p:cNvPr>
          <p:cNvSpPr txBox="1"/>
          <p:nvPr/>
        </p:nvSpPr>
        <p:spPr>
          <a:xfrm>
            <a:off x="4799716" y="37163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CF43D6-92CC-EBB7-C874-8439A8C6F24C}"/>
              </a:ext>
            </a:extLst>
          </p:cNvPr>
          <p:cNvSpPr txBox="1"/>
          <p:nvPr/>
        </p:nvSpPr>
        <p:spPr>
          <a:xfrm>
            <a:off x="1973091" y="37163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D338A0-2C96-56EE-0CA3-B80223633FFB}"/>
              </a:ext>
            </a:extLst>
          </p:cNvPr>
          <p:cNvSpPr txBox="1"/>
          <p:nvPr/>
        </p:nvSpPr>
        <p:spPr>
          <a:xfrm>
            <a:off x="1131396" y="25277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159E2F7-E99B-6FF8-963C-7587BF3E5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16" y="4927527"/>
            <a:ext cx="7772400" cy="16295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52550D-843D-32E3-34A5-B0D0FBB88078}"/>
              </a:ext>
            </a:extLst>
          </p:cNvPr>
          <p:cNvSpPr/>
          <p:nvPr/>
        </p:nvSpPr>
        <p:spPr>
          <a:xfrm>
            <a:off x="8113849" y="1775745"/>
            <a:ext cx="1612917" cy="7733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22F092-61B8-A3ED-9E67-E40A44440D13}"/>
              </a:ext>
            </a:extLst>
          </p:cNvPr>
          <p:cNvSpPr/>
          <p:nvPr/>
        </p:nvSpPr>
        <p:spPr>
          <a:xfrm rot="5400000">
            <a:off x="7686196" y="1875509"/>
            <a:ext cx="1424539" cy="1493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A62CE-82FD-8F0E-E3B9-2CEAC9CD9ABC}"/>
              </a:ext>
            </a:extLst>
          </p:cNvPr>
          <p:cNvSpPr/>
          <p:nvPr/>
        </p:nvSpPr>
        <p:spPr>
          <a:xfrm rot="5400000">
            <a:off x="8730586" y="1875509"/>
            <a:ext cx="1424539" cy="1493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A118A-AB7C-2F2E-8CA0-04AFB88F53AD}"/>
              </a:ext>
            </a:extLst>
          </p:cNvPr>
          <p:cNvSpPr/>
          <p:nvPr/>
        </p:nvSpPr>
        <p:spPr>
          <a:xfrm rot="5400000">
            <a:off x="7628242" y="2063461"/>
            <a:ext cx="773323" cy="1978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A161C6-9B21-06F0-E6E1-04A0C3F738BF}"/>
              </a:ext>
            </a:extLst>
          </p:cNvPr>
          <p:cNvSpPr/>
          <p:nvPr/>
        </p:nvSpPr>
        <p:spPr>
          <a:xfrm rot="5400000">
            <a:off x="7434506" y="2063462"/>
            <a:ext cx="773322" cy="1978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C89623-CC1C-8B73-C3CC-F83C705E4CFA}"/>
              </a:ext>
            </a:extLst>
          </p:cNvPr>
          <p:cNvSpPr txBox="1"/>
          <p:nvPr/>
        </p:nvSpPr>
        <p:spPr>
          <a:xfrm>
            <a:off x="8244416" y="11839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222EE-42EB-3FDD-02BC-1F7CBE74BC04}"/>
              </a:ext>
            </a:extLst>
          </p:cNvPr>
          <p:cNvSpPr txBox="1"/>
          <p:nvPr/>
        </p:nvSpPr>
        <p:spPr>
          <a:xfrm>
            <a:off x="9288806" y="11839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8D7E6A-1CC0-7C39-6277-8FD62A9A6658}"/>
              </a:ext>
            </a:extLst>
          </p:cNvPr>
          <p:cNvSpPr txBox="1"/>
          <p:nvPr/>
        </p:nvSpPr>
        <p:spPr>
          <a:xfrm>
            <a:off x="7664970" y="19777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271E70-E88F-E0D2-DB4E-92AC7EFDAB35}"/>
              </a:ext>
            </a:extLst>
          </p:cNvPr>
          <p:cNvCxnSpPr>
            <a:cxnSpLocks/>
          </p:cNvCxnSpPr>
          <p:nvPr/>
        </p:nvCxnSpPr>
        <p:spPr>
          <a:xfrm>
            <a:off x="8715567" y="1775745"/>
            <a:ext cx="4430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08B4009-7839-B5AD-DC63-9509B901DFE6}"/>
              </a:ext>
            </a:extLst>
          </p:cNvPr>
          <p:cNvSpPr/>
          <p:nvPr/>
        </p:nvSpPr>
        <p:spPr>
          <a:xfrm rot="5400000">
            <a:off x="807195" y="2617777"/>
            <a:ext cx="1424540" cy="19789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3DCA6B-E724-A744-CBBD-D33F0108E31A}"/>
              </a:ext>
            </a:extLst>
          </p:cNvPr>
          <p:cNvSpPr/>
          <p:nvPr/>
        </p:nvSpPr>
        <p:spPr>
          <a:xfrm rot="5400000">
            <a:off x="4911535" y="2622826"/>
            <a:ext cx="1424540" cy="19789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E053C1-509E-BC3C-3333-284D2F8E9008}"/>
              </a:ext>
            </a:extLst>
          </p:cNvPr>
          <p:cNvSpPr txBox="1"/>
          <p:nvPr/>
        </p:nvSpPr>
        <p:spPr>
          <a:xfrm>
            <a:off x="5678481" y="253710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F32692-31E2-4ECB-D10C-F8DEDB3439CB}"/>
              </a:ext>
            </a:extLst>
          </p:cNvPr>
          <p:cNvCxnSpPr>
            <a:cxnSpLocks/>
          </p:cNvCxnSpPr>
          <p:nvPr/>
        </p:nvCxnSpPr>
        <p:spPr>
          <a:xfrm flipH="1">
            <a:off x="8715567" y="2549068"/>
            <a:ext cx="44920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D4122B9D-4126-7C1B-FA3C-F44F021530DD}"/>
              </a:ext>
            </a:extLst>
          </p:cNvPr>
          <p:cNvSpPr/>
          <p:nvPr/>
        </p:nvSpPr>
        <p:spPr>
          <a:xfrm rot="5400000">
            <a:off x="9441801" y="2063461"/>
            <a:ext cx="773323" cy="19789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08AC021-5430-0134-9567-5F3263DAA1FF}"/>
              </a:ext>
            </a:extLst>
          </p:cNvPr>
          <p:cNvSpPr/>
          <p:nvPr/>
        </p:nvSpPr>
        <p:spPr>
          <a:xfrm rot="5400000">
            <a:off x="9636941" y="2063462"/>
            <a:ext cx="773322" cy="19789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8B9385C-8080-F662-8BD3-014A5E44B851}"/>
              </a:ext>
            </a:extLst>
          </p:cNvPr>
          <p:cNvSpPr txBox="1"/>
          <p:nvPr/>
        </p:nvSpPr>
        <p:spPr>
          <a:xfrm>
            <a:off x="9867405" y="197774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AF40F23-2285-4970-93D4-FFD408892D81}"/>
              </a:ext>
            </a:extLst>
          </p:cNvPr>
          <p:cNvCxnSpPr>
            <a:cxnSpLocks/>
          </p:cNvCxnSpPr>
          <p:nvPr/>
        </p:nvCxnSpPr>
        <p:spPr>
          <a:xfrm>
            <a:off x="8114470" y="1775745"/>
            <a:ext cx="0" cy="77332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1E4215A-2739-8F28-762E-76D813FB3DAB}"/>
              </a:ext>
            </a:extLst>
          </p:cNvPr>
          <p:cNvCxnSpPr>
            <a:cxnSpLocks/>
          </p:cNvCxnSpPr>
          <p:nvPr/>
        </p:nvCxnSpPr>
        <p:spPr>
          <a:xfrm>
            <a:off x="9726766" y="1775745"/>
            <a:ext cx="0" cy="77332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00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554AC1-EB05-A7AA-842B-33852F2E07AF}"/>
              </a:ext>
            </a:extLst>
          </p:cNvPr>
          <p:cNvSpPr/>
          <p:nvPr/>
        </p:nvSpPr>
        <p:spPr>
          <a:xfrm>
            <a:off x="1655545" y="2358188"/>
            <a:ext cx="4620127" cy="142453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F96B03-6604-5609-13C0-0B7141DA012D}"/>
              </a:ext>
            </a:extLst>
          </p:cNvPr>
          <p:cNvSpPr/>
          <p:nvPr/>
        </p:nvSpPr>
        <p:spPr>
          <a:xfrm rot="5400000">
            <a:off x="1592177" y="2718333"/>
            <a:ext cx="1944305" cy="70424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0B80F1-C24E-1A7C-1044-84257E961B5F}"/>
              </a:ext>
            </a:extLst>
          </p:cNvPr>
          <p:cNvSpPr/>
          <p:nvPr/>
        </p:nvSpPr>
        <p:spPr>
          <a:xfrm rot="5400000">
            <a:off x="4391525" y="2718333"/>
            <a:ext cx="1944305" cy="70424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E56FC9-DBC1-7224-5BD3-31CE9BCCE5A9}"/>
              </a:ext>
            </a:extLst>
          </p:cNvPr>
          <p:cNvSpPr/>
          <p:nvPr/>
        </p:nvSpPr>
        <p:spPr>
          <a:xfrm rot="5400000">
            <a:off x="3251733" y="2718333"/>
            <a:ext cx="1424539" cy="7042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299624-5988-9A80-BFA2-2DFF1F380C6B}"/>
              </a:ext>
            </a:extLst>
          </p:cNvPr>
          <p:cNvSpPr/>
          <p:nvPr/>
        </p:nvSpPr>
        <p:spPr>
          <a:xfrm rot="5400000">
            <a:off x="969544" y="2935322"/>
            <a:ext cx="1424539" cy="2702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6DBEC5-3F64-CCCE-320A-ECDC8B40EB65}"/>
              </a:ext>
            </a:extLst>
          </p:cNvPr>
          <p:cNvSpPr/>
          <p:nvPr/>
        </p:nvSpPr>
        <p:spPr>
          <a:xfrm rot="5400000">
            <a:off x="5539998" y="2939810"/>
            <a:ext cx="1424539" cy="261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2894C3-D344-0677-812B-9588BCC376AD}"/>
              </a:ext>
            </a:extLst>
          </p:cNvPr>
          <p:cNvSpPr/>
          <p:nvPr/>
        </p:nvSpPr>
        <p:spPr>
          <a:xfrm rot="10800000">
            <a:off x="2212205" y="4042610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7332F2-D03D-B142-8322-D271DEFE7EDD}"/>
              </a:ext>
            </a:extLst>
          </p:cNvPr>
          <p:cNvSpPr/>
          <p:nvPr/>
        </p:nvSpPr>
        <p:spPr>
          <a:xfrm rot="10800000">
            <a:off x="2212204" y="1673989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2405B0-9932-9CE9-2A11-FA0E39766C86}"/>
              </a:ext>
            </a:extLst>
          </p:cNvPr>
          <p:cNvSpPr/>
          <p:nvPr/>
        </p:nvSpPr>
        <p:spPr>
          <a:xfrm rot="10800000">
            <a:off x="5011551" y="1673990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1A961A-6C84-308E-8E90-380679073857}"/>
              </a:ext>
            </a:extLst>
          </p:cNvPr>
          <p:cNvSpPr/>
          <p:nvPr/>
        </p:nvSpPr>
        <p:spPr>
          <a:xfrm rot="10800000">
            <a:off x="5011551" y="4042609"/>
            <a:ext cx="704248" cy="4243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41EB39-8351-044F-4E76-98EBFAF3E0FB}"/>
              </a:ext>
            </a:extLst>
          </p:cNvPr>
          <p:cNvCxnSpPr>
            <a:cxnSpLocks/>
          </p:cNvCxnSpPr>
          <p:nvPr/>
        </p:nvCxnSpPr>
        <p:spPr>
          <a:xfrm>
            <a:off x="3023696" y="2462590"/>
            <a:ext cx="45811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714C65-917F-672F-3D86-0A108152B43E}"/>
              </a:ext>
            </a:extLst>
          </p:cNvPr>
          <p:cNvCxnSpPr>
            <a:cxnSpLocks/>
          </p:cNvCxnSpPr>
          <p:nvPr/>
        </p:nvCxnSpPr>
        <p:spPr>
          <a:xfrm>
            <a:off x="4434807" y="2462590"/>
            <a:ext cx="45811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78716E-E1E1-E13F-EEEF-B86E8B725C0B}"/>
              </a:ext>
            </a:extLst>
          </p:cNvPr>
          <p:cNvCxnSpPr>
            <a:cxnSpLocks/>
          </p:cNvCxnSpPr>
          <p:nvPr/>
        </p:nvCxnSpPr>
        <p:spPr>
          <a:xfrm flipH="1">
            <a:off x="3023696" y="3676146"/>
            <a:ext cx="4441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B91B20-CC17-B879-EF9F-48734FA207F4}"/>
              </a:ext>
            </a:extLst>
          </p:cNvPr>
          <p:cNvCxnSpPr>
            <a:cxnSpLocks/>
          </p:cNvCxnSpPr>
          <p:nvPr/>
        </p:nvCxnSpPr>
        <p:spPr>
          <a:xfrm flipH="1">
            <a:off x="4434807" y="3677759"/>
            <a:ext cx="4441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817480D-8072-0640-526B-BE22AF17C0EA}"/>
              </a:ext>
            </a:extLst>
          </p:cNvPr>
          <p:cNvSpPr txBox="1"/>
          <p:nvPr/>
        </p:nvSpPr>
        <p:spPr>
          <a:xfrm>
            <a:off x="2410278" y="17014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32D7FC-F504-D16D-ED5C-7752CC9A328A}"/>
              </a:ext>
            </a:extLst>
          </p:cNvPr>
          <p:cNvSpPr txBox="1"/>
          <p:nvPr/>
        </p:nvSpPr>
        <p:spPr>
          <a:xfrm>
            <a:off x="5209625" y="170148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CDCCFD-450F-D9C1-63AF-1A555D2F559D}"/>
              </a:ext>
            </a:extLst>
          </p:cNvPr>
          <p:cNvSpPr txBox="1"/>
          <p:nvPr/>
        </p:nvSpPr>
        <p:spPr>
          <a:xfrm>
            <a:off x="5201160" y="40701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894305-4F6E-4B87-ABB3-F7EA5B9A6A5F}"/>
              </a:ext>
            </a:extLst>
          </p:cNvPr>
          <p:cNvSpPr txBox="1"/>
          <p:nvPr/>
        </p:nvSpPr>
        <p:spPr>
          <a:xfrm>
            <a:off x="2374535" y="40701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D1A7BF-E5B1-87DE-5E68-BA213D6088D6}"/>
              </a:ext>
            </a:extLst>
          </p:cNvPr>
          <p:cNvSpPr txBox="1"/>
          <p:nvPr/>
        </p:nvSpPr>
        <p:spPr>
          <a:xfrm>
            <a:off x="3829158" y="288578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6C815A-C1FA-169A-10CF-8885BB3E52E1}"/>
              </a:ext>
            </a:extLst>
          </p:cNvPr>
          <p:cNvSpPr/>
          <p:nvPr/>
        </p:nvSpPr>
        <p:spPr>
          <a:xfrm rot="5400000">
            <a:off x="1210755" y="2964375"/>
            <a:ext cx="1424539" cy="2121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9570506-E44E-BC40-C4D6-A8C38F30D896}"/>
              </a:ext>
            </a:extLst>
          </p:cNvPr>
          <p:cNvSpPr/>
          <p:nvPr/>
        </p:nvSpPr>
        <p:spPr>
          <a:xfrm rot="5400000">
            <a:off x="5302111" y="2964375"/>
            <a:ext cx="1424539" cy="2121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E9C375-3673-54F1-1EF9-9CCF2003BFF4}"/>
              </a:ext>
            </a:extLst>
          </p:cNvPr>
          <p:cNvSpPr txBox="1"/>
          <p:nvPr/>
        </p:nvSpPr>
        <p:spPr>
          <a:xfrm>
            <a:off x="5967574" y="28857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839E28-6B6A-B44F-6EBE-88738B28DC05}"/>
              </a:ext>
            </a:extLst>
          </p:cNvPr>
          <p:cNvSpPr txBox="1"/>
          <p:nvPr/>
        </p:nvSpPr>
        <p:spPr>
          <a:xfrm>
            <a:off x="1652335" y="288578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9342855-55AC-F95F-1526-DB110D53392F}"/>
              </a:ext>
            </a:extLst>
          </p:cNvPr>
          <p:cNvCxnSpPr/>
          <p:nvPr/>
        </p:nvCxnSpPr>
        <p:spPr>
          <a:xfrm>
            <a:off x="2029103" y="2358184"/>
            <a:ext cx="0" cy="14245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DF5B13D-BF46-7803-D2C6-CB7207301276}"/>
              </a:ext>
            </a:extLst>
          </p:cNvPr>
          <p:cNvCxnSpPr/>
          <p:nvPr/>
        </p:nvCxnSpPr>
        <p:spPr>
          <a:xfrm>
            <a:off x="3604917" y="2358184"/>
            <a:ext cx="0" cy="14245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625E346-3266-785D-A3D2-8708A9DD2319}"/>
              </a:ext>
            </a:extLst>
          </p:cNvPr>
          <p:cNvCxnSpPr/>
          <p:nvPr/>
        </p:nvCxnSpPr>
        <p:spPr>
          <a:xfrm>
            <a:off x="4315262" y="2358184"/>
            <a:ext cx="0" cy="14245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C58CD7F-A644-D5C9-B64A-0AF66CBF0A56}"/>
              </a:ext>
            </a:extLst>
          </p:cNvPr>
          <p:cNvCxnSpPr/>
          <p:nvPr/>
        </p:nvCxnSpPr>
        <p:spPr>
          <a:xfrm>
            <a:off x="5919629" y="2358184"/>
            <a:ext cx="0" cy="14245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FBA5F1A-32F6-DDCF-6472-E0CF985C4A06}"/>
              </a:ext>
            </a:extLst>
          </p:cNvPr>
          <p:cNvSpPr txBox="1"/>
          <p:nvPr/>
        </p:nvSpPr>
        <p:spPr>
          <a:xfrm>
            <a:off x="1849192" y="372799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749141-AB8F-BC99-14C4-C3F28C91B3CA}"/>
              </a:ext>
            </a:extLst>
          </p:cNvPr>
          <p:cNvSpPr txBox="1"/>
          <p:nvPr/>
        </p:nvSpPr>
        <p:spPr>
          <a:xfrm>
            <a:off x="3424138" y="372899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64B3B8-D7E6-3B5C-8CC1-D4ED93A27DB1}"/>
              </a:ext>
            </a:extLst>
          </p:cNvPr>
          <p:cNvSpPr txBox="1"/>
          <p:nvPr/>
        </p:nvSpPr>
        <p:spPr>
          <a:xfrm>
            <a:off x="4119888" y="3727998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6A9A09-35D6-44B3-6B84-1A1C4E3ABF5B}"/>
              </a:ext>
            </a:extLst>
          </p:cNvPr>
          <p:cNvSpPr txBox="1"/>
          <p:nvPr/>
        </p:nvSpPr>
        <p:spPr>
          <a:xfrm>
            <a:off x="5730730" y="3745926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A059390-CD90-9499-622B-7307D741BFB4}"/>
              </a:ext>
            </a:extLst>
          </p:cNvPr>
          <p:cNvSpPr/>
          <p:nvPr/>
        </p:nvSpPr>
        <p:spPr>
          <a:xfrm>
            <a:off x="8229037" y="2462589"/>
            <a:ext cx="582240" cy="5065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9B1370-6E1F-A630-373E-6D340A5039D1}"/>
              </a:ext>
            </a:extLst>
          </p:cNvPr>
          <p:cNvSpPr/>
          <p:nvPr/>
        </p:nvSpPr>
        <p:spPr>
          <a:xfrm rot="5400000">
            <a:off x="7709255" y="2467995"/>
            <a:ext cx="1424539" cy="1493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865D927-CD51-E3D0-C9B9-9997A740965B}"/>
              </a:ext>
            </a:extLst>
          </p:cNvPr>
          <p:cNvSpPr/>
          <p:nvPr/>
        </p:nvSpPr>
        <p:spPr>
          <a:xfrm rot="5400000">
            <a:off x="8779127" y="2493579"/>
            <a:ext cx="506588" cy="4446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610AC88-C428-ABAC-2FE6-66E7EC65EE08}"/>
              </a:ext>
            </a:extLst>
          </p:cNvPr>
          <p:cNvSpPr/>
          <p:nvPr/>
        </p:nvSpPr>
        <p:spPr>
          <a:xfrm>
            <a:off x="9254728" y="2462589"/>
            <a:ext cx="582240" cy="5065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368437-3913-E3F9-2E95-5F4A0D8EAA2B}"/>
              </a:ext>
            </a:extLst>
          </p:cNvPr>
          <p:cNvSpPr/>
          <p:nvPr/>
        </p:nvSpPr>
        <p:spPr>
          <a:xfrm rot="5400000">
            <a:off x="8930057" y="2467995"/>
            <a:ext cx="1424539" cy="1493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5F93D6-9EEB-54E3-B93C-FC3659524A16}"/>
              </a:ext>
            </a:extLst>
          </p:cNvPr>
          <p:cNvSpPr/>
          <p:nvPr/>
        </p:nvSpPr>
        <p:spPr>
          <a:xfrm rot="5400000">
            <a:off x="7874643" y="2616937"/>
            <a:ext cx="506588" cy="1978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EFEDE5F-1A12-988A-90DF-E68C860A8DCE}"/>
              </a:ext>
            </a:extLst>
          </p:cNvPr>
          <p:cNvSpPr/>
          <p:nvPr/>
        </p:nvSpPr>
        <p:spPr>
          <a:xfrm rot="5400000">
            <a:off x="9685377" y="2616937"/>
            <a:ext cx="506588" cy="1978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F0FC56-E8DF-9835-D36F-B496C6764328}"/>
              </a:ext>
            </a:extLst>
          </p:cNvPr>
          <p:cNvSpPr txBox="1"/>
          <p:nvPr/>
        </p:nvSpPr>
        <p:spPr>
          <a:xfrm>
            <a:off x="7942174" y="252791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923A88-6074-4548-D88C-22DF0BB02CB9}"/>
              </a:ext>
            </a:extLst>
          </p:cNvPr>
          <p:cNvSpPr txBox="1"/>
          <p:nvPr/>
        </p:nvSpPr>
        <p:spPr>
          <a:xfrm>
            <a:off x="9765598" y="251645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2C00F4-4CB1-1671-471C-E3E4F80D75A0}"/>
              </a:ext>
            </a:extLst>
          </p:cNvPr>
          <p:cNvSpPr/>
          <p:nvPr/>
        </p:nvSpPr>
        <p:spPr>
          <a:xfrm rot="5400000">
            <a:off x="7197821" y="2351002"/>
            <a:ext cx="928688" cy="7415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31E2D6E-1715-7927-E9B5-8CE46CB9BFAB}"/>
              </a:ext>
            </a:extLst>
          </p:cNvPr>
          <p:cNvSpPr/>
          <p:nvPr/>
        </p:nvSpPr>
        <p:spPr>
          <a:xfrm rot="5400000">
            <a:off x="9940082" y="2330352"/>
            <a:ext cx="928688" cy="7415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D5B937-355C-4E25-2474-ECFA78E7113D}"/>
              </a:ext>
            </a:extLst>
          </p:cNvPr>
          <p:cNvSpPr txBox="1"/>
          <p:nvPr/>
        </p:nvSpPr>
        <p:spPr>
          <a:xfrm>
            <a:off x="8172898" y="146270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223E97-C0DA-D138-FAB2-FB89AFA4F718}"/>
              </a:ext>
            </a:extLst>
          </p:cNvPr>
          <p:cNvSpPr txBox="1"/>
          <p:nvPr/>
        </p:nvSpPr>
        <p:spPr>
          <a:xfrm>
            <a:off x="9393700" y="146108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4,6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8C27D4-601C-4428-C833-4EF9FE8DFF0D}"/>
              </a:ext>
            </a:extLst>
          </p:cNvPr>
          <p:cNvSpPr txBox="1"/>
          <p:nvPr/>
        </p:nvSpPr>
        <p:spPr>
          <a:xfrm>
            <a:off x="10262319" y="25164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F1799A-2510-DA30-1515-9B8AD51A4C60}"/>
              </a:ext>
            </a:extLst>
          </p:cNvPr>
          <p:cNvSpPr txBox="1"/>
          <p:nvPr/>
        </p:nvSpPr>
        <p:spPr>
          <a:xfrm>
            <a:off x="7515027" y="25279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E0707B-4E62-0555-1A7A-F6523DC45CFF}"/>
              </a:ext>
            </a:extLst>
          </p:cNvPr>
          <p:cNvSpPr txBox="1"/>
          <p:nvPr/>
        </p:nvSpPr>
        <p:spPr>
          <a:xfrm>
            <a:off x="8847490" y="25279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769F04A-019B-A38E-8E22-A6E0DCC0B73A}"/>
              </a:ext>
            </a:extLst>
          </p:cNvPr>
          <p:cNvCxnSpPr>
            <a:cxnSpLocks/>
          </p:cNvCxnSpPr>
          <p:nvPr/>
        </p:nvCxnSpPr>
        <p:spPr>
          <a:xfrm>
            <a:off x="8520157" y="2462588"/>
            <a:ext cx="2116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DF1A0EA-47ED-F014-4BFB-AB37231003F8}"/>
              </a:ext>
            </a:extLst>
          </p:cNvPr>
          <p:cNvCxnSpPr>
            <a:cxnSpLocks/>
          </p:cNvCxnSpPr>
          <p:nvPr/>
        </p:nvCxnSpPr>
        <p:spPr>
          <a:xfrm>
            <a:off x="9334199" y="2462588"/>
            <a:ext cx="2116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8E7DC78-89EA-0E5A-497A-AB105BACA1C7}"/>
              </a:ext>
            </a:extLst>
          </p:cNvPr>
          <p:cNvCxnSpPr>
            <a:cxnSpLocks/>
          </p:cNvCxnSpPr>
          <p:nvPr/>
        </p:nvCxnSpPr>
        <p:spPr>
          <a:xfrm flipH="1">
            <a:off x="9313005" y="2971334"/>
            <a:ext cx="232843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093A67E-5C66-F536-320E-1A2E8129F0B4}"/>
              </a:ext>
            </a:extLst>
          </p:cNvPr>
          <p:cNvCxnSpPr>
            <a:cxnSpLocks/>
          </p:cNvCxnSpPr>
          <p:nvPr/>
        </p:nvCxnSpPr>
        <p:spPr>
          <a:xfrm flipH="1">
            <a:off x="8509559" y="2969175"/>
            <a:ext cx="232843" cy="0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01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rectangular object with arrows&#10;&#10;AI-generated content may be incorrect.">
            <a:extLst>
              <a:ext uri="{FF2B5EF4-FFF2-40B4-BE49-F238E27FC236}">
                <a16:creationId xmlns:a16="http://schemas.microsoft.com/office/drawing/2014/main" id="{4AE40457-ACBD-F80D-8C98-1F7CEFFA6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984" y="1807841"/>
            <a:ext cx="7772400" cy="36303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8A4B24-0E1F-D3E2-41A2-EB80C11AAC54}"/>
                  </a:ext>
                </a:extLst>
              </p:cNvPr>
              <p:cNvSpPr txBox="1"/>
              <p:nvPr/>
            </p:nvSpPr>
            <p:spPr>
              <a:xfrm>
                <a:off x="2278897" y="2533087"/>
                <a:ext cx="4387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8A4B24-0E1F-D3E2-41A2-EB80C11AA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897" y="2533087"/>
                <a:ext cx="438710" cy="430887"/>
              </a:xfrm>
              <a:prstGeom prst="rect">
                <a:avLst/>
              </a:prstGeom>
              <a:blipFill>
                <a:blip r:embed="rId4"/>
                <a:stretch>
                  <a:fillRect l="-11111" r="-555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F0D4AB-6FA7-FB7A-49C4-B87809FFBF12}"/>
                  </a:ext>
                </a:extLst>
              </p:cNvPr>
              <p:cNvSpPr txBox="1"/>
              <p:nvPr/>
            </p:nvSpPr>
            <p:spPr>
              <a:xfrm>
                <a:off x="2023101" y="3629651"/>
                <a:ext cx="42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F0D4AB-6FA7-FB7A-49C4-B87809FFB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101" y="3629651"/>
                <a:ext cx="420884" cy="430887"/>
              </a:xfrm>
              <a:prstGeom prst="rect">
                <a:avLst/>
              </a:prstGeom>
              <a:blipFill>
                <a:blip r:embed="rId5"/>
                <a:stretch>
                  <a:fillRect l="-20588" r="-588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781DB5-5746-9B60-F93C-3E25A5D20EF2}"/>
                  </a:ext>
                </a:extLst>
              </p:cNvPr>
              <p:cNvSpPr txBox="1"/>
              <p:nvPr/>
            </p:nvSpPr>
            <p:spPr>
              <a:xfrm>
                <a:off x="7659642" y="2471532"/>
                <a:ext cx="4506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781DB5-5746-9B60-F93C-3E25A5D20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642" y="2471532"/>
                <a:ext cx="450636" cy="430887"/>
              </a:xfrm>
              <a:prstGeom prst="rect">
                <a:avLst/>
              </a:prstGeom>
              <a:blipFill>
                <a:blip r:embed="rId6"/>
                <a:stretch>
                  <a:fillRect l="-22222" r="-555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DCAC43-A95A-95F4-298E-5021194AA3A4}"/>
                  </a:ext>
                </a:extLst>
              </p:cNvPr>
              <p:cNvSpPr txBox="1"/>
              <p:nvPr/>
            </p:nvSpPr>
            <p:spPr>
              <a:xfrm>
                <a:off x="7962558" y="3898361"/>
                <a:ext cx="4684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DCAC43-A95A-95F4-298E-5021194AA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558" y="3898361"/>
                <a:ext cx="468462" cy="430887"/>
              </a:xfrm>
              <a:prstGeom prst="rect">
                <a:avLst/>
              </a:prstGeom>
              <a:blipFill>
                <a:blip r:embed="rId7"/>
                <a:stretch>
                  <a:fillRect l="-7895" r="-526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CC0DEA-5767-69BB-E611-5B737A9D95A7}"/>
                  </a:ext>
                </a:extLst>
              </p:cNvPr>
              <p:cNvSpPr txBox="1"/>
              <p:nvPr/>
            </p:nvSpPr>
            <p:spPr>
              <a:xfrm>
                <a:off x="4303885" y="2533087"/>
                <a:ext cx="3762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CC0DEA-5767-69BB-E611-5B737A9D9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885" y="2533087"/>
                <a:ext cx="376257" cy="369332"/>
              </a:xfrm>
              <a:prstGeom prst="rect">
                <a:avLst/>
              </a:prstGeom>
              <a:blipFill>
                <a:blip r:embed="rId8"/>
                <a:stretch>
                  <a:fillRect l="-9677" r="-645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F721ED-3F25-DD96-7DB0-207F99379F9C}"/>
                  </a:ext>
                </a:extLst>
              </p:cNvPr>
              <p:cNvSpPr txBox="1"/>
              <p:nvPr/>
            </p:nvSpPr>
            <p:spPr>
              <a:xfrm>
                <a:off x="6015803" y="3991611"/>
                <a:ext cx="4010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F721ED-3F25-DD96-7DB0-207F99379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803" y="3991611"/>
                <a:ext cx="401072" cy="369332"/>
              </a:xfrm>
              <a:prstGeom prst="rect">
                <a:avLst/>
              </a:prstGeom>
              <a:blipFill>
                <a:blip r:embed="rId9"/>
                <a:stretch>
                  <a:fillRect l="-9091" r="-303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68C73B-05AC-619A-00EF-CD03123242AC}"/>
                  </a:ext>
                </a:extLst>
              </p:cNvPr>
              <p:cNvSpPr txBox="1"/>
              <p:nvPr/>
            </p:nvSpPr>
            <p:spPr>
              <a:xfrm>
                <a:off x="4657296" y="3959916"/>
                <a:ext cx="62492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68C73B-05AC-619A-00EF-CD0312324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296" y="3959916"/>
                <a:ext cx="624925" cy="369332"/>
              </a:xfrm>
              <a:prstGeom prst="rect">
                <a:avLst/>
              </a:prstGeom>
              <a:blipFill>
                <a:blip r:embed="rId10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C3AB69-6550-AE83-A2C0-CC700E0D11B1}"/>
                  </a:ext>
                </a:extLst>
              </p:cNvPr>
              <p:cNvSpPr txBox="1"/>
              <p:nvPr/>
            </p:nvSpPr>
            <p:spPr>
              <a:xfrm>
                <a:off x="5575635" y="2533087"/>
                <a:ext cx="624925" cy="3812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C3AB69-6550-AE83-A2C0-CC700E0D1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35" y="2533087"/>
                <a:ext cx="624925" cy="381258"/>
              </a:xfrm>
              <a:prstGeom prst="rect">
                <a:avLst/>
              </a:prstGeom>
              <a:blipFill>
                <a:blip r:embed="rId1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EE4640-D9AD-98B2-B48C-B75E23D39A8A}"/>
              </a:ext>
            </a:extLst>
          </p:cNvPr>
          <p:cNvCxnSpPr/>
          <p:nvPr/>
        </p:nvCxnSpPr>
        <p:spPr>
          <a:xfrm flipV="1">
            <a:off x="3335465" y="3929701"/>
            <a:ext cx="0" cy="995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FCEFC5-EC78-DC34-46C5-8FAC81EEFED5}"/>
              </a:ext>
            </a:extLst>
          </p:cNvPr>
          <p:cNvCxnSpPr>
            <a:cxnSpLocks/>
          </p:cNvCxnSpPr>
          <p:nvPr/>
        </p:nvCxnSpPr>
        <p:spPr>
          <a:xfrm>
            <a:off x="3335465" y="4925939"/>
            <a:ext cx="1027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FA83EB-67CC-709D-0FE3-0138AD25B30D}"/>
              </a:ext>
            </a:extLst>
          </p:cNvPr>
          <p:cNvCxnSpPr>
            <a:cxnSpLocks/>
          </p:cNvCxnSpPr>
          <p:nvPr/>
        </p:nvCxnSpPr>
        <p:spPr>
          <a:xfrm flipV="1">
            <a:off x="3335465" y="4543807"/>
            <a:ext cx="536574" cy="381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48F58D-AEFD-1B98-72D8-0BE4E00189B1}"/>
              </a:ext>
            </a:extLst>
          </p:cNvPr>
          <p:cNvSpPr txBox="1"/>
          <p:nvPr/>
        </p:nvSpPr>
        <p:spPr>
          <a:xfrm>
            <a:off x="4362985" y="4800559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(c)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76DE3A-AF40-44C3-C434-759A9FCE9EE8}"/>
              </a:ext>
            </a:extLst>
          </p:cNvPr>
          <p:cNvSpPr txBox="1"/>
          <p:nvPr/>
        </p:nvSpPr>
        <p:spPr>
          <a:xfrm>
            <a:off x="3821886" y="4427412"/>
            <a:ext cx="59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(a)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4D2CF-1B64-8739-36AE-B06AB83226F0}"/>
              </a:ext>
            </a:extLst>
          </p:cNvPr>
          <p:cNvSpPr txBox="1"/>
          <p:nvPr/>
        </p:nvSpPr>
        <p:spPr>
          <a:xfrm>
            <a:off x="3323870" y="378088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(b)</a:t>
            </a:r>
          </a:p>
        </p:txBody>
      </p:sp>
    </p:spTree>
    <p:extLst>
      <p:ext uri="{BB962C8B-B14F-4D97-AF65-F5344CB8AC3E}">
        <p14:creationId xmlns:p14="http://schemas.microsoft.com/office/powerpoint/2010/main" val="187054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728ACA-7400-BF53-2194-7D241CA8EFA9}"/>
              </a:ext>
            </a:extLst>
          </p:cNvPr>
          <p:cNvCxnSpPr>
            <a:cxnSpLocks/>
          </p:cNvCxnSpPr>
          <p:nvPr/>
        </p:nvCxnSpPr>
        <p:spPr>
          <a:xfrm flipV="1">
            <a:off x="4506012" y="3684997"/>
            <a:ext cx="0" cy="838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44CECD-18EF-35AA-3336-DAFD34B52BE0}"/>
              </a:ext>
            </a:extLst>
          </p:cNvPr>
          <p:cNvCxnSpPr>
            <a:cxnSpLocks/>
          </p:cNvCxnSpPr>
          <p:nvPr/>
        </p:nvCxnSpPr>
        <p:spPr>
          <a:xfrm>
            <a:off x="4603510" y="4607151"/>
            <a:ext cx="857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3402C4-BF10-7C30-734A-4C0FC51E76AA}"/>
              </a:ext>
            </a:extLst>
          </p:cNvPr>
          <p:cNvSpPr txBox="1"/>
          <p:nvPr/>
        </p:nvSpPr>
        <p:spPr>
          <a:xfrm>
            <a:off x="3952745" y="354466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246167-33CD-8C7E-E955-4BB5E95DCA29}"/>
              </a:ext>
            </a:extLst>
          </p:cNvPr>
          <p:cNvSpPr txBox="1"/>
          <p:nvPr/>
        </p:nvSpPr>
        <p:spPr>
          <a:xfrm>
            <a:off x="5134079" y="4544106"/>
            <a:ext cx="59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(a)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019B7C-E336-02E0-D004-6C5E9FAFAE88}"/>
              </a:ext>
            </a:extLst>
          </p:cNvPr>
          <p:cNvSpPr/>
          <p:nvPr/>
        </p:nvSpPr>
        <p:spPr>
          <a:xfrm>
            <a:off x="4505006" y="2928252"/>
            <a:ext cx="1715679" cy="1677971"/>
          </a:xfrm>
          <a:prstGeom prst="rect">
            <a:avLst/>
          </a:prstGeom>
          <a:solidFill>
            <a:srgbClr val="FFC000">
              <a:alpha val="51546"/>
            </a:srgbClr>
          </a:solidFill>
          <a:ln>
            <a:solidFill>
              <a:schemeClr val="tx1">
                <a:alpha val="42203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7C3324-3B46-43CD-2AAF-E2B79292F47C}"/>
                  </a:ext>
                </a:extLst>
              </p:cNvPr>
              <p:cNvSpPr txBox="1"/>
              <p:nvPr/>
            </p:nvSpPr>
            <p:spPr>
              <a:xfrm>
                <a:off x="5889396" y="4394264"/>
                <a:ext cx="66459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</m:oMath>
                  </m:oMathPara>
                </a14:m>
                <a:endParaRPr lang="en-US" sz="28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7C3324-3B46-43CD-2AAF-E2B79292F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396" y="4394264"/>
                <a:ext cx="664590" cy="430887"/>
              </a:xfrm>
              <a:prstGeom prst="rect">
                <a:avLst/>
              </a:prstGeom>
              <a:blipFill>
                <a:blip r:embed="rId2"/>
                <a:stretch>
                  <a:fillRect t="-2857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C8BBB6-4345-262C-B526-89EF8F554822}"/>
                  </a:ext>
                </a:extLst>
              </p:cNvPr>
              <p:cNvSpPr txBox="1"/>
              <p:nvPr/>
            </p:nvSpPr>
            <p:spPr>
              <a:xfrm>
                <a:off x="3999321" y="2716292"/>
                <a:ext cx="101338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C8BBB6-4345-262C-B526-89EF8F554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321" y="2716292"/>
                <a:ext cx="1013382" cy="430887"/>
              </a:xfrm>
              <a:prstGeom prst="rect">
                <a:avLst/>
              </a:prstGeom>
              <a:blipFill>
                <a:blip r:embed="rId3"/>
                <a:stretch>
                  <a:fillRect t="-294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DD4843-5714-91CA-097F-B4FF5F0F0986}"/>
              </a:ext>
            </a:extLst>
          </p:cNvPr>
          <p:cNvCxnSpPr/>
          <p:nvPr/>
        </p:nvCxnSpPr>
        <p:spPr>
          <a:xfrm>
            <a:off x="4645300" y="3054283"/>
            <a:ext cx="1437101" cy="1432875"/>
          </a:xfrm>
          <a:prstGeom prst="line">
            <a:avLst/>
          </a:prstGeom>
          <a:ln w="3175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5DB8CA-CE42-7C13-9392-7F7317914462}"/>
              </a:ext>
            </a:extLst>
          </p:cNvPr>
          <p:cNvCxnSpPr>
            <a:cxnSpLocks/>
          </p:cNvCxnSpPr>
          <p:nvPr/>
        </p:nvCxnSpPr>
        <p:spPr>
          <a:xfrm flipV="1">
            <a:off x="5343208" y="2931734"/>
            <a:ext cx="878481" cy="80835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C613801-EBE7-F423-8B6C-767E55423DB5}"/>
              </a:ext>
            </a:extLst>
          </p:cNvPr>
          <p:cNvCxnSpPr>
            <a:cxnSpLocks/>
          </p:cNvCxnSpPr>
          <p:nvPr/>
        </p:nvCxnSpPr>
        <p:spPr>
          <a:xfrm flipV="1">
            <a:off x="5343206" y="2469823"/>
            <a:ext cx="0" cy="12595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5FF5BE-300A-06BC-CDD1-71BB61B914B7}"/>
                  </a:ext>
                </a:extLst>
              </p:cNvPr>
              <p:cNvSpPr txBox="1"/>
              <p:nvPr/>
            </p:nvSpPr>
            <p:spPr>
              <a:xfrm>
                <a:off x="6153465" y="2687351"/>
                <a:ext cx="3681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5FF5BE-300A-06BC-CDD1-71BB61B91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465" y="2687351"/>
                <a:ext cx="36817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8F1FC8-A055-1D15-C503-EA84C24C1F77}"/>
                  </a:ext>
                </a:extLst>
              </p:cNvPr>
              <p:cNvSpPr txBox="1"/>
              <p:nvPr/>
            </p:nvSpPr>
            <p:spPr>
              <a:xfrm>
                <a:off x="5440848" y="2343645"/>
                <a:ext cx="204992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8F1FC8-A055-1D15-C503-EA84C24C1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848" y="2343645"/>
                <a:ext cx="204992" cy="310598"/>
              </a:xfrm>
              <a:prstGeom prst="rect">
                <a:avLst/>
              </a:prstGeom>
              <a:blipFill>
                <a:blip r:embed="rId5"/>
                <a:stretch>
                  <a:fillRect l="-29412" r="-23529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915F7C-5815-716F-6409-A17CD48E3C1C}"/>
                  </a:ext>
                </a:extLst>
              </p:cNvPr>
              <p:cNvSpPr txBox="1"/>
              <p:nvPr/>
            </p:nvSpPr>
            <p:spPr>
              <a:xfrm>
                <a:off x="5369819" y="3324586"/>
                <a:ext cx="1830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915F7C-5815-716F-6409-A17CD48E3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819" y="3324586"/>
                <a:ext cx="183062" cy="276999"/>
              </a:xfrm>
              <a:prstGeom prst="rect">
                <a:avLst/>
              </a:prstGeom>
              <a:blipFill>
                <a:blip r:embed="rId6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8F61A8-DDF4-C298-1B69-7938F69BA566}"/>
                  </a:ext>
                </a:extLst>
              </p:cNvPr>
              <p:cNvSpPr txBox="1"/>
              <p:nvPr/>
            </p:nvSpPr>
            <p:spPr>
              <a:xfrm>
                <a:off x="4178030" y="4464981"/>
                <a:ext cx="6645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8F61A8-DDF4-C298-1B69-7938F69B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030" y="4464981"/>
                <a:ext cx="664590" cy="276999"/>
              </a:xfrm>
              <a:prstGeom prst="rect">
                <a:avLst/>
              </a:prstGeom>
              <a:blipFill>
                <a:blip r:embed="rId7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D090BA6-33F2-F01B-7CAC-8037A8A3CE34}"/>
              </a:ext>
            </a:extLst>
          </p:cNvPr>
          <p:cNvSpPr txBox="1"/>
          <p:nvPr/>
        </p:nvSpPr>
        <p:spPr>
          <a:xfrm>
            <a:off x="3958355" y="460078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(c)</a:t>
            </a:r>
          </a:p>
        </p:txBody>
      </p:sp>
    </p:spTree>
    <p:extLst>
      <p:ext uri="{BB962C8B-B14F-4D97-AF65-F5344CB8AC3E}">
        <p14:creationId xmlns:p14="http://schemas.microsoft.com/office/powerpoint/2010/main" val="46656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67</Words>
  <Application>Microsoft Macintosh PowerPoint</Application>
  <PresentationFormat>Widescreen</PresentationFormat>
  <Paragraphs>49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Suo, Bingcheng</dc:creator>
  <cp:lastModifiedBy>Suo, Bingcheng</cp:lastModifiedBy>
  <cp:revision>12</cp:revision>
  <dcterms:created xsi:type="dcterms:W3CDTF">2025-01-31T23:05:01Z</dcterms:created>
  <dcterms:modified xsi:type="dcterms:W3CDTF">2025-02-27T21:27:58Z</dcterms:modified>
</cp:coreProperties>
</file>